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64"/>
  </p:normalViewPr>
  <p:slideViewPr>
    <p:cSldViewPr snapToGrid="0">
      <p:cViewPr varScale="1">
        <p:scale>
          <a:sx n="112" d="100"/>
          <a:sy n="112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07205-DE71-8EDF-6222-0F5B90FF8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E9A220-1ECC-E4C3-A1D0-920838DBE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865CF-A82D-53BD-DB3F-4172E5C8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8381-101B-8C42-BE4F-71F0E96FED63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B9D6F-6770-D19A-E197-27B519DA5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1D23D-14BD-9487-3E42-5B75AE4C0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9E5D2-62E1-9E4E-AD29-EB45629BA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36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F9F3D-FCE3-256D-CE1F-199FCECEE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78A08-729C-CE95-6842-59CBE9A6E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C3E75-F982-F47F-3176-EA1F9F976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8381-101B-8C42-BE4F-71F0E96FED63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E66EF-A89C-2CD5-9F19-2D192B18E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18F87-C717-CD27-424A-F086BA0C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9E5D2-62E1-9E4E-AD29-EB45629BA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229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8974C-9619-D9F6-C9C7-0A753CE2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C877E-27F1-AB1A-B525-A7987FA8B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45E28-E8CC-C8EF-4AB8-349FB094E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8381-101B-8C42-BE4F-71F0E96FED63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4459C-CB53-3870-1E13-7CC10DE32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EF76F-91C4-26DD-1DBB-7DDA70E47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9E5D2-62E1-9E4E-AD29-EB45629BA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07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93E6-8227-38A8-BA90-BD5319FD1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B46AF-B510-8171-C2EF-255AC1CBE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88F65-6BF7-5C91-E748-672AC056A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B4FE2-7C99-8513-6018-F4483E0F7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8381-101B-8C42-BE4F-71F0E96FED63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2E465-3AAD-239B-981E-BAA867C87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51A6E-C429-866B-0CAE-1CEA5EC98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9E5D2-62E1-9E4E-AD29-EB45629BA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6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76E49-51AA-6D5D-DE73-29FDD80E1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9D531-84D4-DAAD-F67D-EF967B3BA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B2435-9753-E267-35F2-4E95E0661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859190-6978-2AF8-7D68-214600DCC1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F2753B-252D-9E9C-02D0-9A3FE4CB9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F37ECE-F22D-4E4F-A541-2F8B6B814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8381-101B-8C42-BE4F-71F0E96FED63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5A935D-E05A-A76E-AD5D-D71D270C1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C53C62-CF73-147F-592D-1AF4BFCC0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9E5D2-62E1-9E4E-AD29-EB45629BA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54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3960D-1477-B58D-5332-DF35C03B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B2943F-42EB-0B85-5434-7BA0144C6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8381-101B-8C42-BE4F-71F0E96FED63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74CC08-A221-483D-7B2A-BE9867915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09ED7-2D2D-0968-7330-67C26B72C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9E5D2-62E1-9E4E-AD29-EB45629BA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35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D3E38-37EE-F989-207E-14932E6FB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8381-101B-8C42-BE4F-71F0E96FED63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48D720-445C-86A9-50C2-97559D088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8C325-F80C-E9AC-6D6A-B5A52A05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9E5D2-62E1-9E4E-AD29-EB45629BA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821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B543-2305-B734-979B-621078798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7D625-81F1-0398-77BC-57E9FB6C6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DE762-9308-061B-A6CC-AFDDC3561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826FB-3316-9832-3D96-4EFA1A5D6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8381-101B-8C42-BE4F-71F0E96FED63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73979-069B-D002-5643-21C397F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CB0-6C17-8D36-BB7C-7AD8D237D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9E5D2-62E1-9E4E-AD29-EB45629BA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84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57EF3-DACD-1C13-E55B-1B31F022C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0C4FD3-30BF-EC60-770F-B823585AE1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5B27D-41BA-4633-FEDB-F043CE0AA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361A8-A110-4E97-123A-C7C3B604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8381-101B-8C42-BE4F-71F0E96FED63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D2279-541C-E7D2-EF4A-77F61FA9F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4DDB2-1789-2FA7-18D0-EF509FA19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9E5D2-62E1-9E4E-AD29-EB45629BA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853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802E9-0304-1CAD-43F8-ED51061FA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B1EAD-CA00-4544-6BB8-EFD29414F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72AAF-C942-684C-1C3A-02BD0F11A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8381-101B-8C42-BE4F-71F0E96FED63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4D083-8955-4040-52CF-1CBC9FF35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78ED3-F417-82EC-FD2A-42E26229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9E5D2-62E1-9E4E-AD29-EB45629BA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76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76D06B-672D-9EAB-FE34-0C0F8887F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279FC-FDAC-32F5-839D-3B34A5308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50F5C-2AB9-9970-649C-5926C83E9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8381-101B-8C42-BE4F-71F0E96FED63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A4D3F-91F8-8533-9642-518FE46CE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4B944-35AD-70AB-C649-3CB7EFB7E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9E5D2-62E1-9E4E-AD29-EB45629BA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89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453E1B-6BF7-E439-09DA-9A7013327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80905-AF5F-5CF1-E716-1E8DBDF6E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2DCF7-2BAE-A952-CB3E-29CC5846F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C8381-101B-8C42-BE4F-71F0E96FED63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FA29E-3BB6-FCE7-2A36-1D04CE54FD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8B51F-0D75-B665-7A6E-BC145162F8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39E5D2-62E1-9E4E-AD29-EB45629BA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9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88746-F59B-F7B6-D755-ED4AD06EC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92A4CB-7020-80AC-C24C-5115333863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diagram of a user case diagram&#10;&#10;Description automatically generated">
            <a:extLst>
              <a:ext uri="{FF2B5EF4-FFF2-40B4-BE49-F238E27FC236}">
                <a16:creationId xmlns:a16="http://schemas.microsoft.com/office/drawing/2014/main" id="{56EE777A-0F43-4997-07F3-52B14EEDC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07" y="199204"/>
            <a:ext cx="11981793" cy="662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822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382D8-645C-C986-EE9A-C6018C68B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use case diagram&#10;&#10;Description automatically generated">
            <a:extLst>
              <a:ext uri="{FF2B5EF4-FFF2-40B4-BE49-F238E27FC236}">
                <a16:creationId xmlns:a16="http://schemas.microsoft.com/office/drawing/2014/main" id="{71716356-D215-2324-996F-8C226ADB7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083970" cy="6858000"/>
          </a:xfrm>
        </p:spPr>
      </p:pic>
    </p:spTree>
    <p:extLst>
      <p:ext uri="{BB962C8B-B14F-4D97-AF65-F5344CB8AC3E}">
        <p14:creationId xmlns:p14="http://schemas.microsoft.com/office/powerpoint/2010/main" val="2985255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Raghava, Mr. Thyagaraj</dc:creator>
  <cp:lastModifiedBy>Raghava, Mr. Thyagaraj</cp:lastModifiedBy>
  <cp:revision>1</cp:revision>
  <dcterms:created xsi:type="dcterms:W3CDTF">2026-03-18T01:37:54Z</dcterms:created>
  <dcterms:modified xsi:type="dcterms:W3CDTF">2026-03-18T13:27:21Z</dcterms:modified>
</cp:coreProperties>
</file>