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41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594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1600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QuickDoc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ER Diagrams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</a:rPr>
              <a:t>Team 4  •  CS691  •  Pace University  •  Sprint 2 &amp; Sprint 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Conceptual ERD  |  Logical ERD  |  Sprint 2 + Sprint 3 Scope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</a:rPr>
              <a:t>Team 4 : QuickDoc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Conceptual ERD — List of Entities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11430000" cy="439826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Attributes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a registered patient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patientId (PK), firstName, lastName, dateOfBirth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a registered healthcare 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doctorId (PK), firstName, lastName, licenseNumber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specialty assigned to a 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specialtyId (PK), name, 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booking between a patient and a 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appointmentId (PK), patientId, doctorId, 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patient's review and rating for a 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reviewId (PK), patientId, doctorId,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patient's saved/favorite 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favoriteId (PK), patientId, doctorId, createdAt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doctor's available time slots for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scheduleId (PK), doctorId, dayOfWeek, startTime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record linked to an appointment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paymentId (PK), appointmentId, amount,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 prescription issued by a 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prescriptionId (PK), doctorId, patientId, medication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medical history and diagnosis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recordId (PK), patientId, diagnosis, recordDate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message sent between patient and 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messageId (PK), senderId, receiverId,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notification sent to a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notificationId (PK), userId, message, isRead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</a:rPr>
              <a:t>Team 4 : QuickDoc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Conceptual ER Diagram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0"/>
            <a:ext cx="11795760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</a:rPr>
              <a:t>Team 4 : QuickDoc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Logical ER Diagram  —  Sprint 2 &amp; Sprint 3 Scope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19"/>
            <a:ext cx="12161520" cy="61264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" y="868680"/>
            <a:ext cx="187452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" y="749808"/>
            <a:ext cx="17830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74C3C"/>
                </a:solidFill>
              </a:rPr>
              <a:t>Reference Tables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63733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063240" y="63733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18120" y="637336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265</Words>
  <Application>Microsoft Macintosh PowerPoint</Application>
  <PresentationFormat>Widescreen</PresentationFormat>
  <Paragraphs>55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Raghava, Mr. Thyagaraj</cp:lastModifiedBy>
  <cp:revision>2</cp:revision>
  <dcterms:created xsi:type="dcterms:W3CDTF">2026-04-13T00:01:26Z</dcterms:created>
  <dcterms:modified xsi:type="dcterms:W3CDTF">2026-04-13T00:06:15Z</dcterms:modified>
</cp:coreProperties>
</file>