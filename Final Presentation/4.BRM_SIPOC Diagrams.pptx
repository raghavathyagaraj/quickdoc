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02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6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9220EA-09CD-4497-AC2D-83499BADECB6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7EB56CFE-B245-4673-AD5F-BAF39D9FAD99}">
      <dgm:prSet phldrT="[Text]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b="1" dirty="0"/>
            <a:t>Registration</a:t>
          </a:r>
          <a:endParaRPr lang="en-US" dirty="0"/>
        </a:p>
      </dgm:t>
    </dgm:pt>
    <dgm:pt modelId="{6CECB8DE-FF23-4CA0-9C2B-614B4FA75757}" type="parTrans" cxnId="{826CD09E-94AA-4B41-B35F-79EE589DB107}">
      <dgm:prSet/>
      <dgm:spPr/>
      <dgm:t>
        <a:bodyPr/>
        <a:lstStyle/>
        <a:p>
          <a:endParaRPr lang="en-US"/>
        </a:p>
      </dgm:t>
    </dgm:pt>
    <dgm:pt modelId="{ADF7C0BF-5057-41F1-9058-C0B07F5B2011}" type="sibTrans" cxnId="{826CD09E-94AA-4B41-B35F-79EE589DB107}">
      <dgm:prSet/>
      <dgm:spPr/>
      <dgm:t>
        <a:bodyPr/>
        <a:lstStyle/>
        <a:p>
          <a:endParaRPr lang="en-US"/>
        </a:p>
      </dgm:t>
    </dgm:pt>
    <dgm:pt modelId="{A76C9413-9AF0-4568-89C0-BD149BBF43FB}">
      <dgm:prSet phldrT="[Text]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/>
            <a:t>Search Doctors</a:t>
          </a:r>
        </a:p>
      </dgm:t>
    </dgm:pt>
    <dgm:pt modelId="{F6BAF3C8-AF99-4C1A-A070-0BC0425230C4}" type="parTrans" cxnId="{A0690366-23F9-4895-B90D-92D9966CCC32}">
      <dgm:prSet/>
      <dgm:spPr/>
      <dgm:t>
        <a:bodyPr/>
        <a:lstStyle/>
        <a:p>
          <a:endParaRPr lang="en-US"/>
        </a:p>
      </dgm:t>
    </dgm:pt>
    <dgm:pt modelId="{324704B0-0393-47DE-8497-C6A58B2B25AF}" type="sibTrans" cxnId="{A0690366-23F9-4895-B90D-92D9966CCC32}">
      <dgm:prSet/>
      <dgm:spPr/>
      <dgm:t>
        <a:bodyPr/>
        <a:lstStyle/>
        <a:p>
          <a:endParaRPr lang="en-US"/>
        </a:p>
      </dgm:t>
    </dgm:pt>
    <dgm:pt modelId="{928354FB-821B-48ED-A1D1-F5BDAC8A919A}">
      <dgm:prSet phldrT="[Text]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/>
            <a:t>Book Appointments</a:t>
          </a:r>
        </a:p>
      </dgm:t>
    </dgm:pt>
    <dgm:pt modelId="{CDC84BE0-D864-42DF-B3B6-B54F2BA9BF14}" type="parTrans" cxnId="{51176BE3-C220-48D4-B4CA-CB5345117FC6}">
      <dgm:prSet/>
      <dgm:spPr/>
      <dgm:t>
        <a:bodyPr/>
        <a:lstStyle/>
        <a:p>
          <a:endParaRPr lang="en-US"/>
        </a:p>
      </dgm:t>
    </dgm:pt>
    <dgm:pt modelId="{4848EE2C-50A7-420E-A650-DC5667EEE310}" type="sibTrans" cxnId="{51176BE3-C220-48D4-B4CA-CB5345117FC6}">
      <dgm:prSet/>
      <dgm:spPr/>
      <dgm:t>
        <a:bodyPr/>
        <a:lstStyle/>
        <a:p>
          <a:endParaRPr lang="en-US"/>
        </a:p>
      </dgm:t>
    </dgm:pt>
    <dgm:pt modelId="{8F8113ED-01E6-4BC7-BF23-81B8E936DBEB}">
      <dgm:prSet phldrT="[Text]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/>
            <a:t>Manage Schedules</a:t>
          </a:r>
        </a:p>
      </dgm:t>
    </dgm:pt>
    <dgm:pt modelId="{8B993626-6CFD-46CB-BC88-A3EB0DEF542F}" type="parTrans" cxnId="{0B3D53C9-D898-4FA6-92B1-3975A269951D}">
      <dgm:prSet/>
      <dgm:spPr/>
      <dgm:t>
        <a:bodyPr/>
        <a:lstStyle/>
        <a:p>
          <a:endParaRPr lang="en-US"/>
        </a:p>
      </dgm:t>
    </dgm:pt>
    <dgm:pt modelId="{27CC0632-367A-4885-9257-E9E7905393BC}" type="sibTrans" cxnId="{0B3D53C9-D898-4FA6-92B1-3975A269951D}">
      <dgm:prSet/>
      <dgm:spPr/>
      <dgm:t>
        <a:bodyPr/>
        <a:lstStyle/>
        <a:p>
          <a:endParaRPr lang="en-US"/>
        </a:p>
      </dgm:t>
    </dgm:pt>
    <dgm:pt modelId="{E2B946C5-DCC1-4FB4-A3FF-C2447C1EAE41}">
      <dgm:prSet phldrT="[Text]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/>
            <a:t>Payment Processing</a:t>
          </a:r>
        </a:p>
      </dgm:t>
    </dgm:pt>
    <dgm:pt modelId="{08720B12-DA80-41BB-A402-B68C6BCD4BF7}" type="parTrans" cxnId="{444B8741-FCF8-4B9C-811B-CF87B32BFF78}">
      <dgm:prSet/>
      <dgm:spPr/>
      <dgm:t>
        <a:bodyPr/>
        <a:lstStyle/>
        <a:p>
          <a:endParaRPr lang="en-US"/>
        </a:p>
      </dgm:t>
    </dgm:pt>
    <dgm:pt modelId="{A54903FE-6CD9-4F5D-A529-6CE2DB5C6EEE}" type="sibTrans" cxnId="{444B8741-FCF8-4B9C-811B-CF87B32BFF78}">
      <dgm:prSet/>
      <dgm:spPr/>
      <dgm:t>
        <a:bodyPr/>
        <a:lstStyle/>
        <a:p>
          <a:endParaRPr lang="en-US"/>
        </a:p>
      </dgm:t>
    </dgm:pt>
    <dgm:pt modelId="{08950006-FFD1-4558-B110-2D3407781653}">
      <dgm:prSet phldrT="[Text]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/>
            <a:t>Notifications</a:t>
          </a:r>
        </a:p>
      </dgm:t>
    </dgm:pt>
    <dgm:pt modelId="{37A61635-23AB-487E-BD6B-3349696FF674}" type="parTrans" cxnId="{1FE35477-0AA1-4C81-80F9-AE19250E3060}">
      <dgm:prSet/>
      <dgm:spPr/>
      <dgm:t>
        <a:bodyPr/>
        <a:lstStyle/>
        <a:p>
          <a:endParaRPr lang="en-US"/>
        </a:p>
      </dgm:t>
    </dgm:pt>
    <dgm:pt modelId="{2F37367C-F7E6-43DB-BE5E-8D445D3FBFC3}" type="sibTrans" cxnId="{1FE35477-0AA1-4C81-80F9-AE19250E3060}">
      <dgm:prSet/>
      <dgm:spPr/>
      <dgm:t>
        <a:bodyPr/>
        <a:lstStyle/>
        <a:p>
          <a:endParaRPr lang="en-US"/>
        </a:p>
      </dgm:t>
    </dgm:pt>
    <dgm:pt modelId="{2AE2CF12-7406-4272-9F5C-6D1BA7B4CD70}" type="pres">
      <dgm:prSet presAssocID="{089220EA-09CD-4497-AC2D-83499BADECB6}" presName="linearFlow" presStyleCnt="0">
        <dgm:presLayoutVars>
          <dgm:resizeHandles val="exact"/>
        </dgm:presLayoutVars>
      </dgm:prSet>
      <dgm:spPr/>
    </dgm:pt>
    <dgm:pt modelId="{E4C6447C-7F69-4FE8-A458-7EAB38BEDA81}" type="pres">
      <dgm:prSet presAssocID="{7EB56CFE-B245-4673-AD5F-BAF39D9FAD99}" presName="node" presStyleLbl="node1" presStyleIdx="0" presStyleCnt="6">
        <dgm:presLayoutVars>
          <dgm:bulletEnabled val="1"/>
        </dgm:presLayoutVars>
      </dgm:prSet>
      <dgm:spPr/>
    </dgm:pt>
    <dgm:pt modelId="{F0E25432-DD68-4D22-8165-E367275C17D4}" type="pres">
      <dgm:prSet presAssocID="{ADF7C0BF-5057-41F1-9058-C0B07F5B2011}" presName="sibTrans" presStyleLbl="sibTrans2D1" presStyleIdx="0" presStyleCnt="5"/>
      <dgm:spPr/>
    </dgm:pt>
    <dgm:pt modelId="{70A4E248-126A-4B79-B8BD-3E05A99D4630}" type="pres">
      <dgm:prSet presAssocID="{ADF7C0BF-5057-41F1-9058-C0B07F5B2011}" presName="connectorText" presStyleLbl="sibTrans2D1" presStyleIdx="0" presStyleCnt="5"/>
      <dgm:spPr/>
    </dgm:pt>
    <dgm:pt modelId="{4A619662-D6A7-4AEA-9DCD-B74C3037FFFB}" type="pres">
      <dgm:prSet presAssocID="{A76C9413-9AF0-4568-89C0-BD149BBF43FB}" presName="node" presStyleLbl="node1" presStyleIdx="1" presStyleCnt="6">
        <dgm:presLayoutVars>
          <dgm:bulletEnabled val="1"/>
        </dgm:presLayoutVars>
      </dgm:prSet>
      <dgm:spPr/>
    </dgm:pt>
    <dgm:pt modelId="{D01B7583-210B-4B78-9116-F6208E3853A3}" type="pres">
      <dgm:prSet presAssocID="{324704B0-0393-47DE-8497-C6A58B2B25AF}" presName="sibTrans" presStyleLbl="sibTrans2D1" presStyleIdx="1" presStyleCnt="5"/>
      <dgm:spPr/>
    </dgm:pt>
    <dgm:pt modelId="{300DD82C-DB0B-4FD0-A6FA-67C715594A6B}" type="pres">
      <dgm:prSet presAssocID="{324704B0-0393-47DE-8497-C6A58B2B25AF}" presName="connectorText" presStyleLbl="sibTrans2D1" presStyleIdx="1" presStyleCnt="5"/>
      <dgm:spPr/>
    </dgm:pt>
    <dgm:pt modelId="{C7DD07C7-CE56-41B2-A1B7-7C0992CB8EE6}" type="pres">
      <dgm:prSet presAssocID="{928354FB-821B-48ED-A1D1-F5BDAC8A919A}" presName="node" presStyleLbl="node1" presStyleIdx="2" presStyleCnt="6">
        <dgm:presLayoutVars>
          <dgm:bulletEnabled val="1"/>
        </dgm:presLayoutVars>
      </dgm:prSet>
      <dgm:spPr/>
    </dgm:pt>
    <dgm:pt modelId="{F02BED93-4513-4590-BAAD-283DBBDC861F}" type="pres">
      <dgm:prSet presAssocID="{4848EE2C-50A7-420E-A650-DC5667EEE310}" presName="sibTrans" presStyleLbl="sibTrans2D1" presStyleIdx="2" presStyleCnt="5"/>
      <dgm:spPr/>
    </dgm:pt>
    <dgm:pt modelId="{1A9AE946-CD58-434C-AC90-C3AD2F6AC443}" type="pres">
      <dgm:prSet presAssocID="{4848EE2C-50A7-420E-A650-DC5667EEE310}" presName="connectorText" presStyleLbl="sibTrans2D1" presStyleIdx="2" presStyleCnt="5"/>
      <dgm:spPr/>
    </dgm:pt>
    <dgm:pt modelId="{3CEF13B8-F752-4B77-88FC-49CFEFB77302}" type="pres">
      <dgm:prSet presAssocID="{8F8113ED-01E6-4BC7-BF23-81B8E936DBEB}" presName="node" presStyleLbl="node1" presStyleIdx="3" presStyleCnt="6">
        <dgm:presLayoutVars>
          <dgm:bulletEnabled val="1"/>
        </dgm:presLayoutVars>
      </dgm:prSet>
      <dgm:spPr/>
    </dgm:pt>
    <dgm:pt modelId="{E8E586C9-2CD1-408B-8208-A8145C3C1417}" type="pres">
      <dgm:prSet presAssocID="{27CC0632-367A-4885-9257-E9E7905393BC}" presName="sibTrans" presStyleLbl="sibTrans2D1" presStyleIdx="3" presStyleCnt="5"/>
      <dgm:spPr/>
    </dgm:pt>
    <dgm:pt modelId="{F8E4AE6C-E54A-4F2E-BDC7-F1501BF7FADA}" type="pres">
      <dgm:prSet presAssocID="{27CC0632-367A-4885-9257-E9E7905393BC}" presName="connectorText" presStyleLbl="sibTrans2D1" presStyleIdx="3" presStyleCnt="5"/>
      <dgm:spPr/>
    </dgm:pt>
    <dgm:pt modelId="{EF9012BD-A3BE-4B8E-B940-BC7AE447D737}" type="pres">
      <dgm:prSet presAssocID="{E2B946C5-DCC1-4FB4-A3FF-C2447C1EAE41}" presName="node" presStyleLbl="node1" presStyleIdx="4" presStyleCnt="6">
        <dgm:presLayoutVars>
          <dgm:bulletEnabled val="1"/>
        </dgm:presLayoutVars>
      </dgm:prSet>
      <dgm:spPr/>
    </dgm:pt>
    <dgm:pt modelId="{AD115ED0-E35F-4863-A3CD-DB56C290A630}" type="pres">
      <dgm:prSet presAssocID="{A54903FE-6CD9-4F5D-A529-6CE2DB5C6EEE}" presName="sibTrans" presStyleLbl="sibTrans2D1" presStyleIdx="4" presStyleCnt="5"/>
      <dgm:spPr/>
    </dgm:pt>
    <dgm:pt modelId="{5F0FF0D0-720F-4874-9B07-3C75C2DF21B4}" type="pres">
      <dgm:prSet presAssocID="{A54903FE-6CD9-4F5D-A529-6CE2DB5C6EEE}" presName="connectorText" presStyleLbl="sibTrans2D1" presStyleIdx="4" presStyleCnt="5"/>
      <dgm:spPr/>
    </dgm:pt>
    <dgm:pt modelId="{E8C8F9A9-8810-4184-A7E9-13A71E06BE23}" type="pres">
      <dgm:prSet presAssocID="{08950006-FFD1-4558-B110-2D3407781653}" presName="node" presStyleLbl="node1" presStyleIdx="5" presStyleCnt="6">
        <dgm:presLayoutVars>
          <dgm:bulletEnabled val="1"/>
        </dgm:presLayoutVars>
      </dgm:prSet>
      <dgm:spPr/>
    </dgm:pt>
  </dgm:ptLst>
  <dgm:cxnLst>
    <dgm:cxn modelId="{3DEA8B05-51B5-47E8-AC2F-BB85ED750C39}" type="presOf" srcId="{ADF7C0BF-5057-41F1-9058-C0B07F5B2011}" destId="{F0E25432-DD68-4D22-8165-E367275C17D4}" srcOrd="0" destOrd="0" presId="urn:microsoft.com/office/officeart/2005/8/layout/process2"/>
    <dgm:cxn modelId="{DFE1FD27-2A10-4A8C-94E2-6E667D021EA9}" type="presOf" srcId="{324704B0-0393-47DE-8497-C6A58B2B25AF}" destId="{D01B7583-210B-4B78-9116-F6208E3853A3}" srcOrd="0" destOrd="0" presId="urn:microsoft.com/office/officeart/2005/8/layout/process2"/>
    <dgm:cxn modelId="{496F212F-3A8E-4D99-93D2-E4EF3CCA47E0}" type="presOf" srcId="{27CC0632-367A-4885-9257-E9E7905393BC}" destId="{F8E4AE6C-E54A-4F2E-BDC7-F1501BF7FADA}" srcOrd="1" destOrd="0" presId="urn:microsoft.com/office/officeart/2005/8/layout/process2"/>
    <dgm:cxn modelId="{074CAC39-AE2C-4490-8212-B151BB767348}" type="presOf" srcId="{4848EE2C-50A7-420E-A650-DC5667EEE310}" destId="{F02BED93-4513-4590-BAAD-283DBBDC861F}" srcOrd="0" destOrd="0" presId="urn:microsoft.com/office/officeart/2005/8/layout/process2"/>
    <dgm:cxn modelId="{444B8741-FCF8-4B9C-811B-CF87B32BFF78}" srcId="{089220EA-09CD-4497-AC2D-83499BADECB6}" destId="{E2B946C5-DCC1-4FB4-A3FF-C2447C1EAE41}" srcOrd="4" destOrd="0" parTransId="{08720B12-DA80-41BB-A402-B68C6BCD4BF7}" sibTransId="{A54903FE-6CD9-4F5D-A529-6CE2DB5C6EEE}"/>
    <dgm:cxn modelId="{BCADB94E-1005-45AE-8A4C-E70B10637907}" type="presOf" srcId="{A54903FE-6CD9-4F5D-A529-6CE2DB5C6EEE}" destId="{5F0FF0D0-720F-4874-9B07-3C75C2DF21B4}" srcOrd="1" destOrd="0" presId="urn:microsoft.com/office/officeart/2005/8/layout/process2"/>
    <dgm:cxn modelId="{F7ADC44E-E7D4-4F1F-BB54-3797B0B63657}" type="presOf" srcId="{27CC0632-367A-4885-9257-E9E7905393BC}" destId="{E8E586C9-2CD1-408B-8208-A8145C3C1417}" srcOrd="0" destOrd="0" presId="urn:microsoft.com/office/officeart/2005/8/layout/process2"/>
    <dgm:cxn modelId="{5C26B456-7CC2-4232-867D-B7C86BFE9D4D}" type="presOf" srcId="{4848EE2C-50A7-420E-A650-DC5667EEE310}" destId="{1A9AE946-CD58-434C-AC90-C3AD2F6AC443}" srcOrd="1" destOrd="0" presId="urn:microsoft.com/office/officeart/2005/8/layout/process2"/>
    <dgm:cxn modelId="{A0690366-23F9-4895-B90D-92D9966CCC32}" srcId="{089220EA-09CD-4497-AC2D-83499BADECB6}" destId="{A76C9413-9AF0-4568-89C0-BD149BBF43FB}" srcOrd="1" destOrd="0" parTransId="{F6BAF3C8-AF99-4C1A-A070-0BC0425230C4}" sibTransId="{324704B0-0393-47DE-8497-C6A58B2B25AF}"/>
    <dgm:cxn modelId="{740A6F6B-6800-4F4E-A6E9-6012C35EDE7A}" type="presOf" srcId="{7EB56CFE-B245-4673-AD5F-BAF39D9FAD99}" destId="{E4C6447C-7F69-4FE8-A458-7EAB38BEDA81}" srcOrd="0" destOrd="0" presId="urn:microsoft.com/office/officeart/2005/8/layout/process2"/>
    <dgm:cxn modelId="{1FE35477-0AA1-4C81-80F9-AE19250E3060}" srcId="{089220EA-09CD-4497-AC2D-83499BADECB6}" destId="{08950006-FFD1-4558-B110-2D3407781653}" srcOrd="5" destOrd="0" parTransId="{37A61635-23AB-487E-BD6B-3349696FF674}" sibTransId="{2F37367C-F7E6-43DB-BE5E-8D445D3FBFC3}"/>
    <dgm:cxn modelId="{E408317F-4834-41DB-8927-13CB83C66AD2}" type="presOf" srcId="{324704B0-0393-47DE-8497-C6A58B2B25AF}" destId="{300DD82C-DB0B-4FD0-A6FA-67C715594A6B}" srcOrd="1" destOrd="0" presId="urn:microsoft.com/office/officeart/2005/8/layout/process2"/>
    <dgm:cxn modelId="{B935597F-D8DE-4452-94E1-8FABC0C8C452}" type="presOf" srcId="{089220EA-09CD-4497-AC2D-83499BADECB6}" destId="{2AE2CF12-7406-4272-9F5C-6D1BA7B4CD70}" srcOrd="0" destOrd="0" presId="urn:microsoft.com/office/officeart/2005/8/layout/process2"/>
    <dgm:cxn modelId="{01762F86-9D49-431B-8626-16ED0FE401FC}" type="presOf" srcId="{E2B946C5-DCC1-4FB4-A3FF-C2447C1EAE41}" destId="{EF9012BD-A3BE-4B8E-B940-BC7AE447D737}" srcOrd="0" destOrd="0" presId="urn:microsoft.com/office/officeart/2005/8/layout/process2"/>
    <dgm:cxn modelId="{D64D3E90-E0B0-4191-855E-6FDBDF59F797}" type="presOf" srcId="{ADF7C0BF-5057-41F1-9058-C0B07F5B2011}" destId="{70A4E248-126A-4B79-B8BD-3E05A99D4630}" srcOrd="1" destOrd="0" presId="urn:microsoft.com/office/officeart/2005/8/layout/process2"/>
    <dgm:cxn modelId="{2F815999-6757-4157-802C-606CA309D7DD}" type="presOf" srcId="{08950006-FFD1-4558-B110-2D3407781653}" destId="{E8C8F9A9-8810-4184-A7E9-13A71E06BE23}" srcOrd="0" destOrd="0" presId="urn:microsoft.com/office/officeart/2005/8/layout/process2"/>
    <dgm:cxn modelId="{826CD09E-94AA-4B41-B35F-79EE589DB107}" srcId="{089220EA-09CD-4497-AC2D-83499BADECB6}" destId="{7EB56CFE-B245-4673-AD5F-BAF39D9FAD99}" srcOrd="0" destOrd="0" parTransId="{6CECB8DE-FF23-4CA0-9C2B-614B4FA75757}" sibTransId="{ADF7C0BF-5057-41F1-9058-C0B07F5B2011}"/>
    <dgm:cxn modelId="{8553B0BB-CEC6-491C-89BE-EDE03762B50A}" type="presOf" srcId="{A76C9413-9AF0-4568-89C0-BD149BBF43FB}" destId="{4A619662-D6A7-4AEA-9DCD-B74C3037FFFB}" srcOrd="0" destOrd="0" presId="urn:microsoft.com/office/officeart/2005/8/layout/process2"/>
    <dgm:cxn modelId="{A1BF36C7-0609-4693-9E91-B3239A9F8D64}" type="presOf" srcId="{8F8113ED-01E6-4BC7-BF23-81B8E936DBEB}" destId="{3CEF13B8-F752-4B77-88FC-49CFEFB77302}" srcOrd="0" destOrd="0" presId="urn:microsoft.com/office/officeart/2005/8/layout/process2"/>
    <dgm:cxn modelId="{0B3D53C9-D898-4FA6-92B1-3975A269951D}" srcId="{089220EA-09CD-4497-AC2D-83499BADECB6}" destId="{8F8113ED-01E6-4BC7-BF23-81B8E936DBEB}" srcOrd="3" destOrd="0" parTransId="{8B993626-6CFD-46CB-BC88-A3EB0DEF542F}" sibTransId="{27CC0632-367A-4885-9257-E9E7905393BC}"/>
    <dgm:cxn modelId="{305725D4-0678-41DE-AB28-250B542A5180}" type="presOf" srcId="{928354FB-821B-48ED-A1D1-F5BDAC8A919A}" destId="{C7DD07C7-CE56-41B2-A1B7-7C0992CB8EE6}" srcOrd="0" destOrd="0" presId="urn:microsoft.com/office/officeart/2005/8/layout/process2"/>
    <dgm:cxn modelId="{51176BE3-C220-48D4-B4CA-CB5345117FC6}" srcId="{089220EA-09CD-4497-AC2D-83499BADECB6}" destId="{928354FB-821B-48ED-A1D1-F5BDAC8A919A}" srcOrd="2" destOrd="0" parTransId="{CDC84BE0-D864-42DF-B3B6-B54F2BA9BF14}" sibTransId="{4848EE2C-50A7-420E-A650-DC5667EEE310}"/>
    <dgm:cxn modelId="{E86F38E8-0656-4E54-8679-72A152AEC284}" type="presOf" srcId="{A54903FE-6CD9-4F5D-A529-6CE2DB5C6EEE}" destId="{AD115ED0-E35F-4863-A3CD-DB56C290A630}" srcOrd="0" destOrd="0" presId="urn:microsoft.com/office/officeart/2005/8/layout/process2"/>
    <dgm:cxn modelId="{5363D430-B36F-4FCC-AA3C-78E68E0ACCA2}" type="presParOf" srcId="{2AE2CF12-7406-4272-9F5C-6D1BA7B4CD70}" destId="{E4C6447C-7F69-4FE8-A458-7EAB38BEDA81}" srcOrd="0" destOrd="0" presId="urn:microsoft.com/office/officeart/2005/8/layout/process2"/>
    <dgm:cxn modelId="{94221648-26DF-4C2D-A8BE-792C6FEAE79A}" type="presParOf" srcId="{2AE2CF12-7406-4272-9F5C-6D1BA7B4CD70}" destId="{F0E25432-DD68-4D22-8165-E367275C17D4}" srcOrd="1" destOrd="0" presId="urn:microsoft.com/office/officeart/2005/8/layout/process2"/>
    <dgm:cxn modelId="{4C18B354-418A-4E2E-82C4-FD71DB11D729}" type="presParOf" srcId="{F0E25432-DD68-4D22-8165-E367275C17D4}" destId="{70A4E248-126A-4B79-B8BD-3E05A99D4630}" srcOrd="0" destOrd="0" presId="urn:microsoft.com/office/officeart/2005/8/layout/process2"/>
    <dgm:cxn modelId="{23073093-5467-4EBB-9F98-BD3D5B852E04}" type="presParOf" srcId="{2AE2CF12-7406-4272-9F5C-6D1BA7B4CD70}" destId="{4A619662-D6A7-4AEA-9DCD-B74C3037FFFB}" srcOrd="2" destOrd="0" presId="urn:microsoft.com/office/officeart/2005/8/layout/process2"/>
    <dgm:cxn modelId="{B8715067-615B-43FC-BADD-E5F22F0191E2}" type="presParOf" srcId="{2AE2CF12-7406-4272-9F5C-6D1BA7B4CD70}" destId="{D01B7583-210B-4B78-9116-F6208E3853A3}" srcOrd="3" destOrd="0" presId="urn:microsoft.com/office/officeart/2005/8/layout/process2"/>
    <dgm:cxn modelId="{C5A183E0-0C7B-4382-94C3-0A37C89864A3}" type="presParOf" srcId="{D01B7583-210B-4B78-9116-F6208E3853A3}" destId="{300DD82C-DB0B-4FD0-A6FA-67C715594A6B}" srcOrd="0" destOrd="0" presId="urn:microsoft.com/office/officeart/2005/8/layout/process2"/>
    <dgm:cxn modelId="{0843AC95-01C6-4CF1-B4FA-35E17C960BDE}" type="presParOf" srcId="{2AE2CF12-7406-4272-9F5C-6D1BA7B4CD70}" destId="{C7DD07C7-CE56-41B2-A1B7-7C0992CB8EE6}" srcOrd="4" destOrd="0" presId="urn:microsoft.com/office/officeart/2005/8/layout/process2"/>
    <dgm:cxn modelId="{5720FABB-DFD1-4C55-8A0D-AA5EB1A27605}" type="presParOf" srcId="{2AE2CF12-7406-4272-9F5C-6D1BA7B4CD70}" destId="{F02BED93-4513-4590-BAAD-283DBBDC861F}" srcOrd="5" destOrd="0" presId="urn:microsoft.com/office/officeart/2005/8/layout/process2"/>
    <dgm:cxn modelId="{1F2F9692-740E-4E14-B02B-B5CA4011F0DB}" type="presParOf" srcId="{F02BED93-4513-4590-BAAD-283DBBDC861F}" destId="{1A9AE946-CD58-434C-AC90-C3AD2F6AC443}" srcOrd="0" destOrd="0" presId="urn:microsoft.com/office/officeart/2005/8/layout/process2"/>
    <dgm:cxn modelId="{CEF78F72-CCCD-4A6B-AC24-F493D53D3F61}" type="presParOf" srcId="{2AE2CF12-7406-4272-9F5C-6D1BA7B4CD70}" destId="{3CEF13B8-F752-4B77-88FC-49CFEFB77302}" srcOrd="6" destOrd="0" presId="urn:microsoft.com/office/officeart/2005/8/layout/process2"/>
    <dgm:cxn modelId="{23F57224-EF1F-4AA4-A260-D5743C460A20}" type="presParOf" srcId="{2AE2CF12-7406-4272-9F5C-6D1BA7B4CD70}" destId="{E8E586C9-2CD1-408B-8208-A8145C3C1417}" srcOrd="7" destOrd="0" presId="urn:microsoft.com/office/officeart/2005/8/layout/process2"/>
    <dgm:cxn modelId="{DEADF055-E89B-4528-A77D-1D715F068739}" type="presParOf" srcId="{E8E586C9-2CD1-408B-8208-A8145C3C1417}" destId="{F8E4AE6C-E54A-4F2E-BDC7-F1501BF7FADA}" srcOrd="0" destOrd="0" presId="urn:microsoft.com/office/officeart/2005/8/layout/process2"/>
    <dgm:cxn modelId="{212E8C8C-7880-4F6B-A7AA-A5F2043300C8}" type="presParOf" srcId="{2AE2CF12-7406-4272-9F5C-6D1BA7B4CD70}" destId="{EF9012BD-A3BE-4B8E-B940-BC7AE447D737}" srcOrd="8" destOrd="0" presId="urn:microsoft.com/office/officeart/2005/8/layout/process2"/>
    <dgm:cxn modelId="{4FA70189-2B77-49FA-87C6-4807FBC4F98F}" type="presParOf" srcId="{2AE2CF12-7406-4272-9F5C-6D1BA7B4CD70}" destId="{AD115ED0-E35F-4863-A3CD-DB56C290A630}" srcOrd="9" destOrd="0" presId="urn:microsoft.com/office/officeart/2005/8/layout/process2"/>
    <dgm:cxn modelId="{1ED21907-D012-4BAB-8B08-C72571EBED4B}" type="presParOf" srcId="{AD115ED0-E35F-4863-A3CD-DB56C290A630}" destId="{5F0FF0D0-720F-4874-9B07-3C75C2DF21B4}" srcOrd="0" destOrd="0" presId="urn:microsoft.com/office/officeart/2005/8/layout/process2"/>
    <dgm:cxn modelId="{74B135E7-22FC-4167-9067-59FE0F55B36C}" type="presParOf" srcId="{2AE2CF12-7406-4272-9F5C-6D1BA7B4CD70}" destId="{E8C8F9A9-8810-4184-A7E9-13A71E06BE23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C6447C-7F69-4FE8-A458-7EAB38BEDA81}">
      <dsp:nvSpPr>
        <dsp:cNvPr id="0" name=""/>
        <dsp:cNvSpPr/>
      </dsp:nvSpPr>
      <dsp:spPr>
        <a:xfrm>
          <a:off x="2873" y="1281"/>
          <a:ext cx="1348252" cy="379742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Registration</a:t>
          </a:r>
          <a:endParaRPr lang="en-US" sz="1200" kern="1200" dirty="0"/>
        </a:p>
      </dsp:txBody>
      <dsp:txXfrm>
        <a:off x="13995" y="12403"/>
        <a:ext cx="1326008" cy="357498"/>
      </dsp:txXfrm>
    </dsp:sp>
    <dsp:sp modelId="{F0E25432-DD68-4D22-8165-E367275C17D4}">
      <dsp:nvSpPr>
        <dsp:cNvPr id="0" name=""/>
        <dsp:cNvSpPr/>
      </dsp:nvSpPr>
      <dsp:spPr>
        <a:xfrm rot="5400000">
          <a:off x="605797" y="390517"/>
          <a:ext cx="142403" cy="1708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 rot="-5400000">
        <a:off x="625734" y="404758"/>
        <a:ext cx="102530" cy="99682"/>
      </dsp:txXfrm>
    </dsp:sp>
    <dsp:sp modelId="{4A619662-D6A7-4AEA-9DCD-B74C3037FFFB}">
      <dsp:nvSpPr>
        <dsp:cNvPr id="0" name=""/>
        <dsp:cNvSpPr/>
      </dsp:nvSpPr>
      <dsp:spPr>
        <a:xfrm>
          <a:off x="2873" y="570895"/>
          <a:ext cx="1348252" cy="379742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Search Doctors</a:t>
          </a:r>
        </a:p>
      </dsp:txBody>
      <dsp:txXfrm>
        <a:off x="13995" y="582017"/>
        <a:ext cx="1326008" cy="357498"/>
      </dsp:txXfrm>
    </dsp:sp>
    <dsp:sp modelId="{D01B7583-210B-4B78-9116-F6208E3853A3}">
      <dsp:nvSpPr>
        <dsp:cNvPr id="0" name=""/>
        <dsp:cNvSpPr/>
      </dsp:nvSpPr>
      <dsp:spPr>
        <a:xfrm rot="5400000">
          <a:off x="605797" y="960130"/>
          <a:ext cx="142403" cy="1708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 rot="-5400000">
        <a:off x="625734" y="974371"/>
        <a:ext cx="102530" cy="99682"/>
      </dsp:txXfrm>
    </dsp:sp>
    <dsp:sp modelId="{C7DD07C7-CE56-41B2-A1B7-7C0992CB8EE6}">
      <dsp:nvSpPr>
        <dsp:cNvPr id="0" name=""/>
        <dsp:cNvSpPr/>
      </dsp:nvSpPr>
      <dsp:spPr>
        <a:xfrm>
          <a:off x="2873" y="1140508"/>
          <a:ext cx="1348252" cy="379742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Book Appointments</a:t>
          </a:r>
        </a:p>
      </dsp:txBody>
      <dsp:txXfrm>
        <a:off x="13995" y="1151630"/>
        <a:ext cx="1326008" cy="357498"/>
      </dsp:txXfrm>
    </dsp:sp>
    <dsp:sp modelId="{F02BED93-4513-4590-BAAD-283DBBDC861F}">
      <dsp:nvSpPr>
        <dsp:cNvPr id="0" name=""/>
        <dsp:cNvSpPr/>
      </dsp:nvSpPr>
      <dsp:spPr>
        <a:xfrm rot="5400000">
          <a:off x="605797" y="1529744"/>
          <a:ext cx="142403" cy="1708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 rot="-5400000">
        <a:off x="625734" y="1543985"/>
        <a:ext cx="102530" cy="99682"/>
      </dsp:txXfrm>
    </dsp:sp>
    <dsp:sp modelId="{3CEF13B8-F752-4B77-88FC-49CFEFB77302}">
      <dsp:nvSpPr>
        <dsp:cNvPr id="0" name=""/>
        <dsp:cNvSpPr/>
      </dsp:nvSpPr>
      <dsp:spPr>
        <a:xfrm>
          <a:off x="2873" y="1710122"/>
          <a:ext cx="1348252" cy="379742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Manage Schedules</a:t>
          </a:r>
        </a:p>
      </dsp:txBody>
      <dsp:txXfrm>
        <a:off x="13995" y="1721244"/>
        <a:ext cx="1326008" cy="357498"/>
      </dsp:txXfrm>
    </dsp:sp>
    <dsp:sp modelId="{E8E586C9-2CD1-408B-8208-A8145C3C1417}">
      <dsp:nvSpPr>
        <dsp:cNvPr id="0" name=""/>
        <dsp:cNvSpPr/>
      </dsp:nvSpPr>
      <dsp:spPr>
        <a:xfrm rot="5400000">
          <a:off x="605797" y="2099357"/>
          <a:ext cx="142403" cy="1708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 rot="-5400000">
        <a:off x="625734" y="2113598"/>
        <a:ext cx="102530" cy="99682"/>
      </dsp:txXfrm>
    </dsp:sp>
    <dsp:sp modelId="{EF9012BD-A3BE-4B8E-B940-BC7AE447D737}">
      <dsp:nvSpPr>
        <dsp:cNvPr id="0" name=""/>
        <dsp:cNvSpPr/>
      </dsp:nvSpPr>
      <dsp:spPr>
        <a:xfrm>
          <a:off x="2873" y="2279735"/>
          <a:ext cx="1348252" cy="379742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Payment Processing</a:t>
          </a:r>
        </a:p>
      </dsp:txBody>
      <dsp:txXfrm>
        <a:off x="13995" y="2290857"/>
        <a:ext cx="1326008" cy="357498"/>
      </dsp:txXfrm>
    </dsp:sp>
    <dsp:sp modelId="{AD115ED0-E35F-4863-A3CD-DB56C290A630}">
      <dsp:nvSpPr>
        <dsp:cNvPr id="0" name=""/>
        <dsp:cNvSpPr/>
      </dsp:nvSpPr>
      <dsp:spPr>
        <a:xfrm rot="5400000">
          <a:off x="605797" y="2668971"/>
          <a:ext cx="142403" cy="1708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 rot="-5400000">
        <a:off x="625734" y="2683212"/>
        <a:ext cx="102530" cy="99682"/>
      </dsp:txXfrm>
    </dsp:sp>
    <dsp:sp modelId="{E8C8F9A9-8810-4184-A7E9-13A71E06BE23}">
      <dsp:nvSpPr>
        <dsp:cNvPr id="0" name=""/>
        <dsp:cNvSpPr/>
      </dsp:nvSpPr>
      <dsp:spPr>
        <a:xfrm>
          <a:off x="2873" y="2849349"/>
          <a:ext cx="1348252" cy="379742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Notifications</a:t>
          </a:r>
        </a:p>
      </dsp:txBody>
      <dsp:txXfrm>
        <a:off x="13995" y="2860471"/>
        <a:ext cx="1326008" cy="3574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9FBB-D00C-4777-8688-2442DE99CB26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13252-F16B-4AB2-98C8-E95A9D86C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928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9FBB-D00C-4777-8688-2442DE99CB26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13252-F16B-4AB2-98C8-E95A9D86C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508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9FBB-D00C-4777-8688-2442DE99CB26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13252-F16B-4AB2-98C8-E95A9D86C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97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9FBB-D00C-4777-8688-2442DE99CB26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13252-F16B-4AB2-98C8-E95A9D86C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057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9FBB-D00C-4777-8688-2442DE99CB26}" type="datetimeFigureOut">
              <a:rPr lang="en-US" smtClean="0"/>
              <a:t>2/9/26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13252-F16B-4AB2-98C8-E95A9D86C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24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9FBB-D00C-4777-8688-2442DE99CB26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13252-F16B-4AB2-98C8-E95A9D86C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082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9FBB-D00C-4777-8688-2442DE99CB26}" type="datetimeFigureOut">
              <a:rPr lang="en-US" smtClean="0"/>
              <a:t>2/9/26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13252-F16B-4AB2-98C8-E95A9D86C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26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9FBB-D00C-4777-8688-2442DE99CB26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13252-F16B-4AB2-98C8-E95A9D86C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830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9FBB-D00C-4777-8688-2442DE99CB26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13252-F16B-4AB2-98C8-E95A9D86C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986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9FBB-D00C-4777-8688-2442DE99CB26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13252-F16B-4AB2-98C8-E95A9D86C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314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9FBB-D00C-4777-8688-2442DE99CB26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13252-F16B-4AB2-98C8-E95A9D86C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42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79FBB-D00C-4777-8688-2442DE99CB26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13252-F16B-4AB2-98C8-E95A9D86C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487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949123" y="51075"/>
            <a:ext cx="8146448" cy="6317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u="sng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QuickDoc</a:t>
            </a:r>
            <a:r>
              <a:rPr lang="en-US" sz="3200" b="1" u="sng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Business Relationship Map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334471D-FBC8-75D2-C195-8C9EC0CCEF78}"/>
              </a:ext>
            </a:extLst>
          </p:cNvPr>
          <p:cNvSpPr/>
          <p:nvPr/>
        </p:nvSpPr>
        <p:spPr>
          <a:xfrm>
            <a:off x="1470991" y="1186575"/>
            <a:ext cx="2086045" cy="5296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677A3D5-84EA-D6AA-402E-89AE91658941}"/>
              </a:ext>
            </a:extLst>
          </p:cNvPr>
          <p:cNvSpPr/>
          <p:nvPr/>
        </p:nvSpPr>
        <p:spPr>
          <a:xfrm>
            <a:off x="8566955" y="1188702"/>
            <a:ext cx="1608638" cy="544853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553930-A5DE-4FD1-63D3-A24CB4BBB244}"/>
              </a:ext>
            </a:extLst>
          </p:cNvPr>
          <p:cNvSpPr/>
          <p:nvPr/>
        </p:nvSpPr>
        <p:spPr>
          <a:xfrm>
            <a:off x="4829664" y="1164191"/>
            <a:ext cx="2492719" cy="55998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67B0ABC-857E-F267-7537-B21A420C01A6}"/>
              </a:ext>
            </a:extLst>
          </p:cNvPr>
          <p:cNvSpPr/>
          <p:nvPr/>
        </p:nvSpPr>
        <p:spPr>
          <a:xfrm>
            <a:off x="1856377" y="1401675"/>
            <a:ext cx="1264904" cy="8188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Clinical Labs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413093A-A477-F384-BC7F-87640F7C3058}"/>
              </a:ext>
            </a:extLst>
          </p:cNvPr>
          <p:cNvSpPr/>
          <p:nvPr/>
        </p:nvSpPr>
        <p:spPr>
          <a:xfrm>
            <a:off x="1813401" y="2575750"/>
            <a:ext cx="1264904" cy="8188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Payment Gateway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7227534-AB9B-82B9-DBDF-A8F042E3469B}"/>
              </a:ext>
            </a:extLst>
          </p:cNvPr>
          <p:cNvSpPr/>
          <p:nvPr/>
        </p:nvSpPr>
        <p:spPr>
          <a:xfrm>
            <a:off x="1803523" y="3800013"/>
            <a:ext cx="1264904" cy="78450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Email  Systems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D1B5015-08BC-4F0B-8404-FBB3B55C10EE}"/>
              </a:ext>
            </a:extLst>
          </p:cNvPr>
          <p:cNvSpPr/>
          <p:nvPr/>
        </p:nvSpPr>
        <p:spPr>
          <a:xfrm>
            <a:off x="1803523" y="5189188"/>
            <a:ext cx="1264904" cy="8188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Pharmacies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5BE0643-686C-C34C-6253-E21F409F8C59}"/>
              </a:ext>
            </a:extLst>
          </p:cNvPr>
          <p:cNvSpPr/>
          <p:nvPr/>
        </p:nvSpPr>
        <p:spPr>
          <a:xfrm>
            <a:off x="5252146" y="5838697"/>
            <a:ext cx="1540401" cy="8188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Advertising Management Group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100"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1596027-DA7D-0FBF-5D49-D7FC434F8CC8}"/>
              </a:ext>
            </a:extLst>
          </p:cNvPr>
          <p:cNvSpPr/>
          <p:nvPr/>
        </p:nvSpPr>
        <p:spPr>
          <a:xfrm>
            <a:off x="4855333" y="3223174"/>
            <a:ext cx="1539525" cy="54249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Finance Group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ED33664-63B0-8412-A427-EB81DD53FB16}"/>
              </a:ext>
            </a:extLst>
          </p:cNvPr>
          <p:cNvSpPr/>
          <p:nvPr/>
        </p:nvSpPr>
        <p:spPr>
          <a:xfrm>
            <a:off x="5546153" y="2142369"/>
            <a:ext cx="1410750" cy="8188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Product Development Team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45C08E7-7C34-6715-27EA-62F0E54C6FDB}"/>
              </a:ext>
            </a:extLst>
          </p:cNvPr>
          <p:cNvSpPr/>
          <p:nvPr/>
        </p:nvSpPr>
        <p:spPr>
          <a:xfrm>
            <a:off x="4920633" y="1240640"/>
            <a:ext cx="1410750" cy="65045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="1" dirty="0">
              <a:solidFill>
                <a:schemeClr val="tx1"/>
              </a:solidFill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Management Team</a:t>
            </a:r>
            <a:r>
              <a:rPr lang="en-US" sz="1600" dirty="0">
                <a:solidFill>
                  <a:schemeClr val="tx1"/>
                </a:solidFill>
              </a:rPr>
              <a:t> </a:t>
            </a:r>
          </a:p>
          <a:p>
            <a:pPr algn="ctr"/>
            <a:endParaRPr lang="en-US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B6D7724-4E01-5F12-CE26-5F000870B87E}"/>
              </a:ext>
            </a:extLst>
          </p:cNvPr>
          <p:cNvSpPr/>
          <p:nvPr/>
        </p:nvSpPr>
        <p:spPr>
          <a:xfrm>
            <a:off x="8691483" y="4224364"/>
            <a:ext cx="1359581" cy="8188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Healthcare Providers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E1362DD-3594-6DCB-6288-CF9498EC6958}"/>
              </a:ext>
            </a:extLst>
          </p:cNvPr>
          <p:cNvSpPr/>
          <p:nvPr/>
        </p:nvSpPr>
        <p:spPr>
          <a:xfrm>
            <a:off x="8798068" y="1563534"/>
            <a:ext cx="1146412" cy="8188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Patients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30C220-AC81-2885-AEFE-84DBF12CB296}"/>
              </a:ext>
            </a:extLst>
          </p:cNvPr>
          <p:cNvSpPr txBox="1"/>
          <p:nvPr/>
        </p:nvSpPr>
        <p:spPr>
          <a:xfrm>
            <a:off x="1949123" y="790095"/>
            <a:ext cx="1334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1">
                    <a:lumMod val="75000"/>
                  </a:schemeClr>
                </a:solidFill>
              </a:rPr>
              <a:t>SUPPLIERS</a:t>
            </a:r>
            <a:endParaRPr lang="en-US" u="sng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399E8F-BD74-A981-622A-64B99F5B7EFF}"/>
              </a:ext>
            </a:extLst>
          </p:cNvPr>
          <p:cNvSpPr txBox="1"/>
          <p:nvPr/>
        </p:nvSpPr>
        <p:spPr>
          <a:xfrm>
            <a:off x="4795468" y="803936"/>
            <a:ext cx="2758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1">
                    <a:lumMod val="75000"/>
                  </a:schemeClr>
                </a:solidFill>
              </a:rPr>
              <a:t>INTERNAL STAKEHOLDERS</a:t>
            </a:r>
            <a:endParaRPr lang="en-US" u="sng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F9C460-273A-B0CC-EC52-FDEAB0232179}"/>
              </a:ext>
            </a:extLst>
          </p:cNvPr>
          <p:cNvSpPr txBox="1"/>
          <p:nvPr/>
        </p:nvSpPr>
        <p:spPr>
          <a:xfrm>
            <a:off x="8616312" y="790094"/>
            <a:ext cx="1608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1">
                    <a:lumMod val="75000"/>
                  </a:schemeClr>
                </a:solidFill>
              </a:rPr>
              <a:t>CUSTOMERS</a:t>
            </a:r>
            <a:endParaRPr lang="en-US" u="sng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CFE1BD4E-59DC-936F-8DD7-6CA3FF830B70}"/>
              </a:ext>
            </a:extLst>
          </p:cNvPr>
          <p:cNvSpPr/>
          <p:nvPr/>
        </p:nvSpPr>
        <p:spPr>
          <a:xfrm>
            <a:off x="4961466" y="5055419"/>
            <a:ext cx="1250920" cy="56449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Sales Team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8606C5CB-7DC3-074D-0F75-FA8F8122C239}"/>
              </a:ext>
            </a:extLst>
          </p:cNvPr>
          <p:cNvSpPr/>
          <p:nvPr/>
        </p:nvSpPr>
        <p:spPr>
          <a:xfrm>
            <a:off x="5724962" y="3948421"/>
            <a:ext cx="1436703" cy="54739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Customer Support Team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69397CE-BE78-7D27-DB24-DACA21514E66}"/>
              </a:ext>
            </a:extLst>
          </p:cNvPr>
          <p:cNvCxnSpPr>
            <a:cxnSpLocks/>
          </p:cNvCxnSpPr>
          <p:nvPr/>
        </p:nvCxnSpPr>
        <p:spPr>
          <a:xfrm>
            <a:off x="6680443" y="2940074"/>
            <a:ext cx="0" cy="102405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BB412F3-B86D-B56E-70BF-D125A73E0A01}"/>
              </a:ext>
            </a:extLst>
          </p:cNvPr>
          <p:cNvCxnSpPr>
            <a:cxnSpLocks/>
          </p:cNvCxnSpPr>
          <p:nvPr/>
        </p:nvCxnSpPr>
        <p:spPr>
          <a:xfrm>
            <a:off x="5977551" y="1653699"/>
            <a:ext cx="259925" cy="4479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3F36108-1889-01A4-A9E8-3A25F4170E6F}"/>
              </a:ext>
            </a:extLst>
          </p:cNvPr>
          <p:cNvCxnSpPr>
            <a:cxnSpLocks/>
            <a:stCxn id="33" idx="3"/>
            <a:endCxn id="35" idx="1"/>
          </p:cNvCxnSpPr>
          <p:nvPr/>
        </p:nvCxnSpPr>
        <p:spPr>
          <a:xfrm>
            <a:off x="6331383" y="1565866"/>
            <a:ext cx="2466685" cy="4071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69E086F-7C7E-4A92-2909-2B629980F4BC}"/>
              </a:ext>
            </a:extLst>
          </p:cNvPr>
          <p:cNvCxnSpPr>
            <a:cxnSpLocks/>
            <a:stCxn id="33" idx="3"/>
            <a:endCxn id="34" idx="0"/>
          </p:cNvCxnSpPr>
          <p:nvPr/>
        </p:nvCxnSpPr>
        <p:spPr>
          <a:xfrm>
            <a:off x="6331383" y="1565866"/>
            <a:ext cx="3039891" cy="26584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5B27291-92DC-320D-B6BD-F1CC56850AD9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3078305" y="2985183"/>
            <a:ext cx="1777385" cy="5511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9D38911-F4B1-0D3C-CDF8-C6B79040C71E}"/>
              </a:ext>
            </a:extLst>
          </p:cNvPr>
          <p:cNvCxnSpPr>
            <a:cxnSpLocks/>
          </p:cNvCxnSpPr>
          <p:nvPr/>
        </p:nvCxnSpPr>
        <p:spPr>
          <a:xfrm>
            <a:off x="3100693" y="4046009"/>
            <a:ext cx="2151121" cy="22705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40B5CFC-935A-61E4-B905-C38BC66A1DF3}"/>
              </a:ext>
            </a:extLst>
          </p:cNvPr>
          <p:cNvCxnSpPr>
            <a:cxnSpLocks/>
            <a:stCxn id="26" idx="3"/>
            <a:endCxn id="40" idx="1"/>
          </p:cNvCxnSpPr>
          <p:nvPr/>
        </p:nvCxnSpPr>
        <p:spPr>
          <a:xfrm>
            <a:off x="3068427" y="4192267"/>
            <a:ext cx="1893039" cy="1145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71F3F2A-8C40-ACA8-4835-6263BDB58D6A}"/>
              </a:ext>
            </a:extLst>
          </p:cNvPr>
          <p:cNvCxnSpPr>
            <a:cxnSpLocks/>
            <a:stCxn id="14" idx="3"/>
            <a:endCxn id="33" idx="1"/>
          </p:cNvCxnSpPr>
          <p:nvPr/>
        </p:nvCxnSpPr>
        <p:spPr>
          <a:xfrm flipV="1">
            <a:off x="3121281" y="1565866"/>
            <a:ext cx="1799352" cy="2452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1C12892-4188-4699-4F93-6F996DA8BDD3}"/>
              </a:ext>
            </a:extLst>
          </p:cNvPr>
          <p:cNvCxnSpPr>
            <a:cxnSpLocks/>
          </p:cNvCxnSpPr>
          <p:nvPr/>
        </p:nvCxnSpPr>
        <p:spPr>
          <a:xfrm flipV="1">
            <a:off x="6433409" y="2095643"/>
            <a:ext cx="2360570" cy="1344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98B28C9-C374-7E2C-E2A7-AC94B2D6960D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>
          <a:xfrm>
            <a:off x="6956903" y="2551802"/>
            <a:ext cx="1734580" cy="20819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D210891E-AE2C-F832-FCFA-8127B59887E7}"/>
              </a:ext>
            </a:extLst>
          </p:cNvPr>
          <p:cNvCxnSpPr>
            <a:cxnSpLocks/>
          </p:cNvCxnSpPr>
          <p:nvPr/>
        </p:nvCxnSpPr>
        <p:spPr>
          <a:xfrm flipV="1">
            <a:off x="6815290" y="2371315"/>
            <a:ext cx="2309658" cy="3876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42782C3-3F61-A0BA-281A-E9ACD02A3443}"/>
              </a:ext>
            </a:extLst>
          </p:cNvPr>
          <p:cNvCxnSpPr>
            <a:cxnSpLocks/>
            <a:stCxn id="27" idx="3"/>
            <a:endCxn id="40" idx="1"/>
          </p:cNvCxnSpPr>
          <p:nvPr/>
        </p:nvCxnSpPr>
        <p:spPr>
          <a:xfrm flipV="1">
            <a:off x="3068427" y="5337667"/>
            <a:ext cx="1893039" cy="2609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23B21A7-905D-41D5-EF30-07212328ED76}"/>
              </a:ext>
            </a:extLst>
          </p:cNvPr>
          <p:cNvCxnSpPr>
            <a:cxnSpLocks/>
          </p:cNvCxnSpPr>
          <p:nvPr/>
        </p:nvCxnSpPr>
        <p:spPr>
          <a:xfrm flipV="1">
            <a:off x="6208047" y="2397014"/>
            <a:ext cx="3389177" cy="29419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AAA01AF3-D03A-B8FF-2730-8FDBBE651583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7161665" y="4222120"/>
            <a:ext cx="1529818" cy="532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982844B-0F93-AC7B-07BC-03C701162FBA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7161665" y="2373055"/>
            <a:ext cx="2198819" cy="18490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ight Arrow 102">
            <a:extLst>
              <a:ext uri="{FF2B5EF4-FFF2-40B4-BE49-F238E27FC236}">
                <a16:creationId xmlns:a16="http://schemas.microsoft.com/office/drawing/2014/main" id="{ECEF20A1-69B9-7771-3A01-108288039390}"/>
              </a:ext>
            </a:extLst>
          </p:cNvPr>
          <p:cNvSpPr/>
          <p:nvPr/>
        </p:nvSpPr>
        <p:spPr>
          <a:xfrm>
            <a:off x="3575035" y="3943415"/>
            <a:ext cx="1243839" cy="2051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ight Arrow 114">
            <a:extLst>
              <a:ext uri="{FF2B5EF4-FFF2-40B4-BE49-F238E27FC236}">
                <a16:creationId xmlns:a16="http://schemas.microsoft.com/office/drawing/2014/main" id="{24EB8E41-ED63-FB31-0E3A-4E6446885759}"/>
              </a:ext>
            </a:extLst>
          </p:cNvPr>
          <p:cNvSpPr/>
          <p:nvPr/>
        </p:nvSpPr>
        <p:spPr>
          <a:xfrm>
            <a:off x="7307864" y="4015446"/>
            <a:ext cx="1272628" cy="1844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597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83820-5160-4FB7-B5BF-3821FFB7A3B8}"/>
              </a:ext>
            </a:extLst>
          </p:cNvPr>
          <p:cNvSpPr txBox="1">
            <a:spLocks/>
          </p:cNvSpPr>
          <p:nvPr/>
        </p:nvSpPr>
        <p:spPr>
          <a:xfrm>
            <a:off x="1638055" y="228737"/>
            <a:ext cx="8702842" cy="52850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QuickDoc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SIPOC Diagram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BE9AC1-BADD-4458-BBF8-1F1C94C44BB7}"/>
              </a:ext>
            </a:extLst>
          </p:cNvPr>
          <p:cNvSpPr/>
          <p:nvPr/>
        </p:nvSpPr>
        <p:spPr>
          <a:xfrm>
            <a:off x="1149531" y="1985554"/>
            <a:ext cx="1602378" cy="4032069"/>
          </a:xfrm>
          <a:prstGeom prst="roundRect">
            <a:avLst/>
          </a:prstGeom>
          <a:noFill/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CDE4E59-D361-4A9D-B0F0-C26C583CE93A}"/>
              </a:ext>
            </a:extLst>
          </p:cNvPr>
          <p:cNvCxnSpPr/>
          <p:nvPr/>
        </p:nvCxnSpPr>
        <p:spPr>
          <a:xfrm>
            <a:off x="1149531" y="2564091"/>
            <a:ext cx="1602378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C3B78DA-2418-4DB6-8275-BFB94E30E2FA}"/>
              </a:ext>
            </a:extLst>
          </p:cNvPr>
          <p:cNvSpPr txBox="1"/>
          <p:nvPr/>
        </p:nvSpPr>
        <p:spPr>
          <a:xfrm>
            <a:off x="1442300" y="2073895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S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upplier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A0A6C1-C163-4B95-A83F-672ABFD96366}"/>
              </a:ext>
            </a:extLst>
          </p:cNvPr>
          <p:cNvSpPr txBox="1"/>
          <p:nvPr/>
        </p:nvSpPr>
        <p:spPr>
          <a:xfrm>
            <a:off x="1180917" y="2890474"/>
            <a:ext cx="1599269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Pharmacies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Clinical Labs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Payment Gateways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Email Systems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99E93A-419C-4E26-B245-4F694411B4F0}"/>
              </a:ext>
            </a:extLst>
          </p:cNvPr>
          <p:cNvSpPr/>
          <p:nvPr/>
        </p:nvSpPr>
        <p:spPr>
          <a:xfrm>
            <a:off x="3149584" y="1987122"/>
            <a:ext cx="1602378" cy="4032069"/>
          </a:xfrm>
          <a:prstGeom prst="roundRect">
            <a:avLst/>
          </a:prstGeom>
          <a:noFill/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4C341B-6B85-46AC-ABCD-4F546614EB95}"/>
              </a:ext>
            </a:extLst>
          </p:cNvPr>
          <p:cNvCxnSpPr/>
          <p:nvPr/>
        </p:nvCxnSpPr>
        <p:spPr>
          <a:xfrm>
            <a:off x="3149584" y="2565659"/>
            <a:ext cx="1602378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246128D-46FE-444E-B8F6-8CBA34EB6A79}"/>
              </a:ext>
            </a:extLst>
          </p:cNvPr>
          <p:cNvSpPr txBox="1"/>
          <p:nvPr/>
        </p:nvSpPr>
        <p:spPr>
          <a:xfrm>
            <a:off x="3527196" y="2075463"/>
            <a:ext cx="840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nputs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42A1729-78E5-455E-B4DD-3F6638CF349A}"/>
              </a:ext>
            </a:extLst>
          </p:cNvPr>
          <p:cNvSpPr/>
          <p:nvPr/>
        </p:nvSpPr>
        <p:spPr>
          <a:xfrm>
            <a:off x="7957250" y="1987125"/>
            <a:ext cx="1602378" cy="4032069"/>
          </a:xfrm>
          <a:prstGeom prst="roundRect">
            <a:avLst/>
          </a:prstGeom>
          <a:noFill/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C58572-C74A-49AF-82C3-2DE56775E8FF}"/>
              </a:ext>
            </a:extLst>
          </p:cNvPr>
          <p:cNvCxnSpPr/>
          <p:nvPr/>
        </p:nvCxnSpPr>
        <p:spPr>
          <a:xfrm>
            <a:off x="7957250" y="2565662"/>
            <a:ext cx="1602378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D2B580D-49CB-4F24-B95A-577C4C071DD2}"/>
              </a:ext>
            </a:extLst>
          </p:cNvPr>
          <p:cNvSpPr txBox="1"/>
          <p:nvPr/>
        </p:nvSpPr>
        <p:spPr>
          <a:xfrm>
            <a:off x="8250019" y="2075466"/>
            <a:ext cx="1032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O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utputs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2607000-10C5-4F5F-9071-DCA166F85D00}"/>
              </a:ext>
            </a:extLst>
          </p:cNvPr>
          <p:cNvSpPr/>
          <p:nvPr/>
        </p:nvSpPr>
        <p:spPr>
          <a:xfrm>
            <a:off x="9966730" y="1988694"/>
            <a:ext cx="1602378" cy="4032069"/>
          </a:xfrm>
          <a:prstGeom prst="roundRect">
            <a:avLst/>
          </a:prstGeom>
          <a:noFill/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BE4159B-BAD2-489D-A99D-1A5B4ECB56B2}"/>
              </a:ext>
            </a:extLst>
          </p:cNvPr>
          <p:cNvCxnSpPr/>
          <p:nvPr/>
        </p:nvCxnSpPr>
        <p:spPr>
          <a:xfrm>
            <a:off x="9966730" y="2567231"/>
            <a:ext cx="1602378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0DC5341-FCF9-48F0-8834-9E2E0EBFB96C}"/>
              </a:ext>
            </a:extLst>
          </p:cNvPr>
          <p:cNvSpPr txBox="1"/>
          <p:nvPr/>
        </p:nvSpPr>
        <p:spPr>
          <a:xfrm>
            <a:off x="10127521" y="2077035"/>
            <a:ext cx="12922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C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ustomers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57E67CE-2254-419C-A8A5-8257D9DAD8EC}"/>
              </a:ext>
            </a:extLst>
          </p:cNvPr>
          <p:cNvSpPr/>
          <p:nvPr/>
        </p:nvSpPr>
        <p:spPr>
          <a:xfrm>
            <a:off x="5196768" y="1988693"/>
            <a:ext cx="2353380" cy="4032069"/>
          </a:xfrm>
          <a:prstGeom prst="roundRect">
            <a:avLst/>
          </a:prstGeom>
          <a:noFill/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1DCAADF-8586-4A73-96B4-A3125AF422E2}"/>
              </a:ext>
            </a:extLst>
          </p:cNvPr>
          <p:cNvCxnSpPr>
            <a:cxnSpLocks/>
          </p:cNvCxnSpPr>
          <p:nvPr/>
        </p:nvCxnSpPr>
        <p:spPr>
          <a:xfrm>
            <a:off x="5196768" y="2567230"/>
            <a:ext cx="235338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21DA52B-D889-4919-B835-502F86D06A6F}"/>
              </a:ext>
            </a:extLst>
          </p:cNvPr>
          <p:cNvSpPr txBox="1"/>
          <p:nvPr/>
        </p:nvSpPr>
        <p:spPr>
          <a:xfrm>
            <a:off x="5593233" y="2077034"/>
            <a:ext cx="1533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2">
                    <a:lumMod val="25000"/>
                  </a:schemeClr>
                </a:solidFill>
              </a:rPr>
              <a:t>P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rocess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1FDEC1C-D839-45E5-BEED-BBC389EE17F2}"/>
              </a:ext>
            </a:extLst>
          </p:cNvPr>
          <p:cNvSpPr/>
          <p:nvPr/>
        </p:nvSpPr>
        <p:spPr>
          <a:xfrm>
            <a:off x="1415051" y="1420251"/>
            <a:ext cx="1130187" cy="436777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>
                    <a:lumMod val="95000"/>
                  </a:schemeClr>
                </a:solidFill>
              </a:rPr>
              <a:t>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BD5FBBA-8B9A-4CFA-96EE-C2A8EF8A516F}"/>
              </a:ext>
            </a:extLst>
          </p:cNvPr>
          <p:cNvSpPr/>
          <p:nvPr/>
        </p:nvSpPr>
        <p:spPr>
          <a:xfrm>
            <a:off x="3349115" y="1421819"/>
            <a:ext cx="1130187" cy="436777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>
                    <a:lumMod val="95000"/>
                  </a:schemeClr>
                </a:solidFill>
              </a:rPr>
              <a:t>I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B0461D4-B30B-488B-8DE6-226F0712A0A8}"/>
              </a:ext>
            </a:extLst>
          </p:cNvPr>
          <p:cNvSpPr/>
          <p:nvPr/>
        </p:nvSpPr>
        <p:spPr>
          <a:xfrm>
            <a:off x="5790656" y="1421822"/>
            <a:ext cx="1130187" cy="436777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>
                    <a:lumMod val="95000"/>
                  </a:schemeClr>
                </a:solidFill>
              </a:rPr>
              <a:t>P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A4426BD-6FE9-45B4-8E20-85EB4319E63B}"/>
              </a:ext>
            </a:extLst>
          </p:cNvPr>
          <p:cNvSpPr/>
          <p:nvPr/>
        </p:nvSpPr>
        <p:spPr>
          <a:xfrm>
            <a:off x="8175637" y="1421821"/>
            <a:ext cx="1130187" cy="436777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>
                    <a:lumMod val="95000"/>
                  </a:schemeClr>
                </a:solidFill>
              </a:rPr>
              <a:t>O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8B567E5-B253-4826-AA47-58A032CC0E6B}"/>
              </a:ext>
            </a:extLst>
          </p:cNvPr>
          <p:cNvSpPr/>
          <p:nvPr/>
        </p:nvSpPr>
        <p:spPr>
          <a:xfrm>
            <a:off x="10166265" y="1423390"/>
            <a:ext cx="1130187" cy="436777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>
                    <a:lumMod val="95000"/>
                  </a:schemeClr>
                </a:solidFill>
              </a:rPr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3D5C63-8F77-4A62-A135-EFACFA3AB2BE}"/>
              </a:ext>
            </a:extLst>
          </p:cNvPr>
          <p:cNvSpPr txBox="1"/>
          <p:nvPr/>
        </p:nvSpPr>
        <p:spPr>
          <a:xfrm>
            <a:off x="10110573" y="3367439"/>
            <a:ext cx="157410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Patients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Healthcare Providers </a:t>
            </a:r>
          </a:p>
          <a:p>
            <a:endParaRPr lang="en-US" dirty="0"/>
          </a:p>
        </p:txBody>
      </p:sp>
      <p:graphicFrame>
        <p:nvGraphicFramePr>
          <p:cNvPr id="28" name="Diagram 27">
            <a:extLst>
              <a:ext uri="{FF2B5EF4-FFF2-40B4-BE49-F238E27FC236}">
                <a16:creationId xmlns:a16="http://schemas.microsoft.com/office/drawing/2014/main" id="{61305AF7-E271-4008-BF6A-D4B521FA79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676972"/>
              </p:ext>
            </p:extLst>
          </p:nvPr>
        </p:nvGraphicFramePr>
        <p:xfrm>
          <a:off x="5674220" y="2681717"/>
          <a:ext cx="1353999" cy="32303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AF56A1BD-871F-4541-9B5A-6BE98A65D85C}"/>
              </a:ext>
            </a:extLst>
          </p:cNvPr>
          <p:cNvSpPr txBox="1"/>
          <p:nvPr/>
        </p:nvSpPr>
        <p:spPr>
          <a:xfrm>
            <a:off x="3159011" y="2838146"/>
            <a:ext cx="175025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Patient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Appointment Requests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Payment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Prescription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Lab Results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6B07E8-C645-49A8-AD5E-3807183D79E5}"/>
              </a:ext>
            </a:extLst>
          </p:cNvPr>
          <p:cNvSpPr txBox="1"/>
          <p:nvPr/>
        </p:nvSpPr>
        <p:spPr>
          <a:xfrm>
            <a:off x="7966677" y="2892782"/>
            <a:ext cx="173679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Appointment Confirmations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Billing Receipts,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Prescription Transfers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Lab Result Notifications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05BC80-E9BE-6205-827F-02BE0E1975AD}"/>
              </a:ext>
            </a:extLst>
          </p:cNvPr>
          <p:cNvSpPr txBox="1"/>
          <p:nvPr/>
        </p:nvSpPr>
        <p:spPr>
          <a:xfrm>
            <a:off x="10089036" y="5128210"/>
            <a:ext cx="157786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Clinic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   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0"/>
              </a:rPr>
              <a:t>Administrators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868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7AD1C-F24D-1310-608B-BA89E77EE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B4E4D7-F6B0-E29C-C1FC-B736156590F4}"/>
              </a:ext>
            </a:extLst>
          </p:cNvPr>
          <p:cNvSpPr txBox="1"/>
          <p:nvPr/>
        </p:nvSpPr>
        <p:spPr>
          <a:xfrm>
            <a:off x="3033133" y="218723"/>
            <a:ext cx="43043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User Roles 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1F6CD61F-981A-F775-4BBA-7E08B73AD0D0}"/>
              </a:ext>
            </a:extLst>
          </p:cNvPr>
          <p:cNvSpPr/>
          <p:nvPr/>
        </p:nvSpPr>
        <p:spPr>
          <a:xfrm>
            <a:off x="10463706" y="2728437"/>
            <a:ext cx="1446366" cy="1401125"/>
          </a:xfrm>
          <a:prstGeom prst="wedgeRoundRectCallout">
            <a:avLst>
              <a:gd name="adj1" fmla="val -101047"/>
              <a:gd name="adj2" fmla="val 129897"/>
              <a:gd name="adj3" fmla="val 16667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Team Members gather business requirements for their assigned business stakeholders.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E79799A-8D8E-EDBF-66C6-21E00181A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297407"/>
              </p:ext>
            </p:extLst>
          </p:nvPr>
        </p:nvGraphicFramePr>
        <p:xfrm>
          <a:off x="671289" y="2925706"/>
          <a:ext cx="9632439" cy="24085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0813">
                  <a:extLst>
                    <a:ext uri="{9D8B030D-6E8A-4147-A177-3AD203B41FA5}">
                      <a16:colId xmlns:a16="http://schemas.microsoft.com/office/drawing/2014/main" val="824328858"/>
                    </a:ext>
                  </a:extLst>
                </a:gridCol>
                <a:gridCol w="3210813">
                  <a:extLst>
                    <a:ext uri="{9D8B030D-6E8A-4147-A177-3AD203B41FA5}">
                      <a16:colId xmlns:a16="http://schemas.microsoft.com/office/drawing/2014/main" val="1362167559"/>
                    </a:ext>
                  </a:extLst>
                </a:gridCol>
                <a:gridCol w="3210813">
                  <a:extLst>
                    <a:ext uri="{9D8B030D-6E8A-4147-A177-3AD203B41FA5}">
                      <a16:colId xmlns:a16="http://schemas.microsoft.com/office/drawing/2014/main" val="4068785414"/>
                    </a:ext>
                  </a:extLst>
                </a:gridCol>
              </a:tblGrid>
              <a:tr h="293132">
                <a:tc>
                  <a:txBody>
                    <a:bodyPr/>
                    <a:lstStyle/>
                    <a:p>
                      <a:r>
                        <a:rPr lang="en-US" sz="1400" dirty="0"/>
                        <a:t>Business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User Roles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Team Member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523164"/>
                  </a:ext>
                </a:extLst>
              </a:tr>
              <a:tr h="502512">
                <a:tc>
                  <a:txBody>
                    <a:bodyPr/>
                    <a:lstStyle/>
                    <a:p>
                      <a:r>
                        <a:rPr lang="en-US" sz="1400" b="1" dirty="0"/>
                        <a:t>Management Team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• Product Manager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• Operations Manager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Raghava Thyagaraj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5646025"/>
                  </a:ext>
                </a:extLst>
              </a:tr>
              <a:tr h="502512">
                <a:tc>
                  <a:txBody>
                    <a:bodyPr/>
                    <a:lstStyle/>
                    <a:p>
                      <a:r>
                        <a:rPr lang="en-US" sz="1400" b="1" dirty="0"/>
                        <a:t>Finance Management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• Financial Analyst </a:t>
                      </a:r>
                      <a:br>
                        <a:rPr lang="en-US" sz="1400"/>
                      </a:br>
                      <a:r>
                        <a:rPr lang="en-US" sz="1400"/>
                        <a:t>• Billing Specialist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Yukta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Chaubal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8997267"/>
                  </a:ext>
                </a:extLst>
              </a:tr>
              <a:tr h="549226">
                <a:tc>
                  <a:txBody>
                    <a:bodyPr/>
                    <a:lstStyle/>
                    <a:p>
                      <a:r>
                        <a:rPr lang="en-US" sz="1400" b="1"/>
                        <a:t>Sales Team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• Sales Representative </a:t>
                      </a:r>
                      <a:br>
                        <a:rPr lang="en-US" sz="1400"/>
                      </a:br>
                      <a:r>
                        <a:rPr lang="en-US" sz="1400"/>
                        <a:t>• Business Development Executive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Sreenidhi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Madireddy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5366026"/>
                  </a:ext>
                </a:extLst>
              </a:tr>
              <a:tr h="502512">
                <a:tc>
                  <a:txBody>
                    <a:bodyPr/>
                    <a:lstStyle/>
                    <a:p>
                      <a:r>
                        <a:rPr lang="en-US" sz="1400" b="1" dirty="0"/>
                        <a:t>Advertising Management Group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• Digital Marketing Manager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• Advertising Manager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Priya Angel </a:t>
                      </a:r>
                      <a:r>
                        <a:rPr lang="en-US" sz="1400" dirty="0" err="1"/>
                        <a:t>Dasari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06908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B30BC1E-5FF2-BAB7-7A51-813CEB238210}"/>
              </a:ext>
            </a:extLst>
          </p:cNvPr>
          <p:cNvSpPr txBox="1"/>
          <p:nvPr/>
        </p:nvSpPr>
        <p:spPr>
          <a:xfrm>
            <a:off x="671289" y="874448"/>
            <a:ext cx="176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1) External Users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CADE68-4126-DB2E-C2F5-ADD4D460B281}"/>
              </a:ext>
            </a:extLst>
          </p:cNvPr>
          <p:cNvSpPr txBox="1"/>
          <p:nvPr/>
        </p:nvSpPr>
        <p:spPr>
          <a:xfrm>
            <a:off x="653272" y="2462672"/>
            <a:ext cx="1782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2) Internal Users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5867BA-08B8-7857-60A4-8CF966E7B588}"/>
              </a:ext>
            </a:extLst>
          </p:cNvPr>
          <p:cNvSpPr txBox="1"/>
          <p:nvPr/>
        </p:nvSpPr>
        <p:spPr>
          <a:xfrm>
            <a:off x="671289" y="1377428"/>
            <a:ext cx="620201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Subscribed Patients 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Abhinay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Reddy)</a:t>
            </a:r>
          </a:p>
          <a:p>
            <a:r>
              <a:rPr lang="en-US" sz="14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Healthcare Providers – Doctors 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Chalukya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Garipati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14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Healthcare Providers – Clinic Administrator</a:t>
            </a:r>
            <a:r>
              <a:rPr 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/>
              <a:t>Sai Kumar Kuchipudi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14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Healthcare Providers – Hospitals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Bansri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Mitulkumar</a:t>
            </a:r>
            <a:r>
              <a:rPr lang="en-US" sz="1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Patel)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851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1549</TotalTime>
  <Words>201</Words>
  <Application>Microsoft Macintosh PowerPoint</Application>
  <PresentationFormat>Widescreen</PresentationFormat>
  <Paragraphs>96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>University at Buffalo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Raghava, Mr. Thyagaraj</cp:lastModifiedBy>
  <cp:revision>42</cp:revision>
  <dcterms:created xsi:type="dcterms:W3CDTF">2019-10-07T00:45:54Z</dcterms:created>
  <dcterms:modified xsi:type="dcterms:W3CDTF">2026-02-09T14:38:22Z</dcterms:modified>
</cp:coreProperties>
</file>