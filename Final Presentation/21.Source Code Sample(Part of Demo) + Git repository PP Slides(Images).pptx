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214" d="100"/>
          <a:sy n="214" d="100"/>
        </p:scale>
        <p:origin x="5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613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raghavathyagaraj/QuickDoc/tree/develop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1A9E9E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828800"/>
            <a:ext cx="3657600" cy="3657600"/>
          </a:xfrm>
          <a:prstGeom prst="ellipse">
            <a:avLst/>
          </a:prstGeom>
          <a:solidFill>
            <a:srgbClr val="1A9E9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1A9E9E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365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365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Repository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Source Code Sample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 •  CS691  •  Pace University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1] - Project Manager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2] - Product Owner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3] - Business Analyst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4] - Lead Developer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5] - Developer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338328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6] - QA Analyst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7] - Lead QA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8] - Software Tester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9] - Software Tester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10] - Software Tester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54864" cy="960120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4173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280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73736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URL  |  Repo Structure  |  Prerequisites  |  Installation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237744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2377440"/>
            <a:ext cx="54864" cy="960120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6060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Snippets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73736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|  Backend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1520" y="356616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31520" y="3566160"/>
            <a:ext cx="54864" cy="960120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7947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3657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173736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 |  CI/CD Pipeline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| Team 4 | CS691 | Pace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Repository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28016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URL: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14400" y="3383280"/>
            <a:ext cx="73152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A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hlinkClick r:id="rId4"/>
          </p:cNvPr>
          <p:cNvSpPr/>
          <p:nvPr/>
        </p:nvSpPr>
        <p:spPr>
          <a:xfrm>
            <a:off x="1097280" y="33832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1A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https://github.com/raghavathyagaraj/QuickDoc/tree/develop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Commits</a:t>
            </a:r>
            <a:r>
              <a:rPr lang="en-US" sz="13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Branches</a:t>
            </a:r>
            <a:r>
              <a:rPr lang="en-US" sz="13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Deployments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| Team 4 | CS691 | Pace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 Structure (Root)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repo_ro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51560"/>
            <a:ext cx="82296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| Team 4 | CS691 | Pace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 Structure (Frontend - Templates)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repo_fronte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51560"/>
            <a:ext cx="82296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| Team 4 | CS691 | Pace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 Structure (Backend)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repo_backe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51560"/>
            <a:ext cx="82296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| Team 4 | CS691 | Pace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 Structure (Final Deliverables)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0" y="164592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BEC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01168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Placeholder 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82880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Final Deliverables folder screenshot here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| Team 4 | CS691 | Pace University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87BE80-EB42-CDED-9869-C5C54D15A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6" y="886968"/>
            <a:ext cx="9197440" cy="38953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Prerequisites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54864" cy="1280160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0876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3.x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916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runtime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54864" cy="1280160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508760"/>
            <a:ext cx="594360" cy="594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06440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8064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server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283464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0080" y="2834640"/>
            <a:ext cx="54864" cy="1280160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154680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69164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PyCharm for Frontend &amp; Backend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54880" y="283464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754880" y="2834640"/>
            <a:ext cx="54864" cy="1280160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154680"/>
            <a:ext cx="594360" cy="5943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80644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580644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deployment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| Team 4 | CS691 | Pace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Installation Guide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411480" cy="411480"/>
          </a:xfrm>
          <a:prstGeom prst="ellipse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Clone the Repo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raghavathyagaraj/QuickDoc.git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develop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92040" y="1325880"/>
            <a:ext cx="411480" cy="411480"/>
          </a:xfrm>
          <a:prstGeom prst="ellipse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4068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Dependencies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92040" y="178308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1828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" y="3154680"/>
            <a:ext cx="411480" cy="411480"/>
          </a:xfrm>
          <a:prstGeom prst="ellipse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Database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" y="361188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657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PostgreSQL DB 'quickdoc'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Run: python seed_doctors.py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92040" y="3154680"/>
            <a:ext cx="411480" cy="411480"/>
          </a:xfrm>
          <a:prstGeom prst="ellipse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068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with Docker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892040" y="361188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0" y="3657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--build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at http://localhost:5000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| Team 4 | CS691 | Pace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1A9E9E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1A9E9E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5087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Snippets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3200400" y="4754880"/>
            <a:ext cx="27432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 Search (Frontend)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36576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3774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Frontend Code Screenshot 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| Team 4 | CS691 | Pace University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211928-B7F8-39F4-C067-E599E8279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2" y="905256"/>
            <a:ext cx="9075716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 Search (Backend)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36576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3774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Backend Code Screenshot 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| Team 4 | CS691 | Pace University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C9C759-1448-FDA2-8D3D-AC69B66A4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59537"/>
            <a:ext cx="91440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Appointment Booking (Frontend)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36576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3774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Frontend Code Screenshot 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| Team 4 | CS691 | Pace University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C7E104-52D2-4BF3-9069-9E5507F4C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59536"/>
            <a:ext cx="9185564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Appointment Booking (Backend)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36576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3774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Backend Code Screenshot 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| Team 4 | CS691 | Pace University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BE6026-AB18-4DEF-607D-0B6FF3B34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34" y="841248"/>
            <a:ext cx="9051966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Registration / Login (Frontend)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36576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3774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Frontend Code Screenshot 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| Team 4 | CS691 | Pace University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FC8E86-7C77-D6E6-08D7-BFAA6FD30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58" y="822960"/>
            <a:ext cx="9063842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Registration / Login (Backend)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36576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3774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Backend Code Screenshot 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| Team 4 | CS691 | Pace University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90C72C-7F1F-6F6D-7C09-13AAED49A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2" y="771525"/>
            <a:ext cx="9126187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 Profile (Frontend)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36576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3774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Frontend Code Screenshot 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| Team 4 | CS691 | Pace University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E4D0C5-7A64-DACD-0829-73899B141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092"/>
            <a:ext cx="9144000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 Profile (Backend)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36576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3774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Backend Code Screenshot 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| Team 4 | CS691 | Pace University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58699C-FDA5-C59F-11B4-838717556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88583"/>
            <a:ext cx="9144000" cy="44549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1A9E9E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1A9E9E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5087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3200400" y="4754880"/>
            <a:ext cx="27432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Jenkins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64008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BEC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28600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Jenkins Dashboard Screenshot 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| Team 4 | CS691 | Pace University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663E07-3982-E13D-344A-E47569B1A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67023"/>
            <a:ext cx="9144000" cy="422155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64008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BEC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28600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CI/CD Pipeline Screenshot 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| Team 4 | CS691 | Pace University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BDB03B-3277-AF96-DBD5-EDCFB2BDA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3098"/>
            <a:ext cx="9144000" cy="422040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TestRigor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64008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BEC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28600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TestRigor Integration Screenshot 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| Team 4 | CS691 | Pace University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FAA46D-13B1-E267-FF20-8A0069561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99400"/>
            <a:ext cx="9144000" cy="39834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Live Demo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64008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BEC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28600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Application Live Demo Screenshot 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| Team 4 | CS691 | Pace University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26606F-973F-56F2-3F7F-6916988AB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9" y="859536"/>
            <a:ext cx="9090562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3657600" cy="3657600"/>
          </a:xfrm>
          <a:prstGeom prst="ellipse">
            <a:avLst/>
          </a:prstGeom>
          <a:solidFill>
            <a:srgbClr val="1A9E9E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1A9E9E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1A9E9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  •  Team 4  •  CS691  •  Pace University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657600"/>
            <a:ext cx="2743200" cy="36576"/>
          </a:xfrm>
          <a:prstGeom prst="rect">
            <a:avLst/>
          </a:prstGeom>
          <a:solidFill>
            <a:srgbClr val="1A9E9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610</Words>
  <Application>Microsoft Macintosh PowerPoint</Application>
  <PresentationFormat>On-screen Show (16:9)</PresentationFormat>
  <Paragraphs>130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QuickDoc - GitHub Repository &amp; Source Code Sample</dc:title>
  <dc:subject>PptxGenJS Presentation</dc:subject>
  <dc:creator>Team 4 - QuickDoc</dc:creator>
  <cp:lastModifiedBy>Raghava, Mr. Thyagaraj</cp:lastModifiedBy>
  <cp:revision>2</cp:revision>
  <dcterms:created xsi:type="dcterms:W3CDTF">2026-05-11T21:57:10Z</dcterms:created>
  <dcterms:modified xsi:type="dcterms:W3CDTF">2026-05-11T23:22:16Z</dcterms:modified>
</cp:coreProperties>
</file>