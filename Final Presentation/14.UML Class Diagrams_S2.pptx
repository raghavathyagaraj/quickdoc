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2487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Diagram (QuickDoc) — Core Classes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256032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5603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188720"/>
            <a:ext cx="24140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passwordHash 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isActive : Boolean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createdAt : DateTime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2487168"/>
            <a:ext cx="25603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2532888"/>
            <a:ext cx="24140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login() : Boolean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logout() : void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register() : Boolean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resetPassword() : Boolean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22922" y="457200"/>
            <a:ext cx="3474720" cy="3410712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97148" y="4716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2922" y="822960"/>
            <a:ext cx="34747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96074" y="1224501"/>
            <a:ext cx="33284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lastName 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dateOfBirth : Date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: String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22922" y="2240678"/>
            <a:ext cx="34747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96074" y="2248431"/>
            <a:ext cx="332841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searchBySpecialty(specialty)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searchByLocation(location)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searchByName(name)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viewDoctorProfile(doctorId) : Doctor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addFavorite(doctorId) : Boolean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removeFavorite(doctorId) : Boolean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getFavorites()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submitReview(doctorId, rating, body) : Boolean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66867" y="3831335"/>
            <a:ext cx="3200400" cy="2984921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06040" y="3895545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66867" y="4232082"/>
            <a:ext cx="32004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61488" y="4271441"/>
            <a:ext cx="305409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licenseNumber 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consultationFee : Decimal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isVerified : Boolean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62346" y="5365341"/>
            <a:ext cx="32004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04803" y="5669280"/>
            <a:ext cx="305409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getProfile() : Doctor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getReviews()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getAverageRating() : Double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getSchedule()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searchBySpecialty(specialty)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searchByLocation(location)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searchByName(name) : List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32967" y="5015484"/>
            <a:ext cx="292608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04814" y="5030293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DoctorSpecialty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32967" y="5365142"/>
            <a:ext cx="292608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79271" y="5390189"/>
            <a:ext cx="277977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: String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332967" y="5954732"/>
            <a:ext cx="292608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79271" y="6061180"/>
            <a:ext cx="277977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getSpecialty() : DoctorSpecialty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getAllSpecialties() : List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34640" y="2125980"/>
            <a:ext cx="5288282" cy="5267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606040" y="21625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 rot="2938822">
            <a:off x="1254349" y="41187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As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flipV="1">
            <a:off x="5905203" y="5669279"/>
            <a:ext cx="2427764" cy="14409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87565" y="5440481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Specialty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 rot="1481290">
            <a:off x="6405015" y="4398590"/>
            <a:ext cx="1463040" cy="194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Doctor</a:t>
            </a:r>
            <a:endParaRPr lang="en-US" sz="1000" dirty="0"/>
          </a:p>
        </p:txBody>
      </p:sp>
      <p:sp>
        <p:nvSpPr>
          <p:cNvPr id="35" name="Shape 25">
            <a:extLst>
              <a:ext uri="{FF2B5EF4-FFF2-40B4-BE49-F238E27FC236}">
                <a16:creationId xmlns:a16="http://schemas.microsoft.com/office/drawing/2014/main" id="{36A42A44-7DFB-B217-48C9-D6448B2DD90F}"/>
              </a:ext>
            </a:extLst>
          </p:cNvPr>
          <p:cNvSpPr/>
          <p:nvPr/>
        </p:nvSpPr>
        <p:spPr>
          <a:xfrm flipH="1" flipV="1">
            <a:off x="1089328" y="3474718"/>
            <a:ext cx="1539602" cy="1623359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5">
            <a:extLst>
              <a:ext uri="{FF2B5EF4-FFF2-40B4-BE49-F238E27FC236}">
                <a16:creationId xmlns:a16="http://schemas.microsoft.com/office/drawing/2014/main" id="{4276768E-9066-1E46-E792-0764DCF42802}"/>
              </a:ext>
            </a:extLst>
          </p:cNvPr>
          <p:cNvSpPr/>
          <p:nvPr/>
        </p:nvSpPr>
        <p:spPr>
          <a:xfrm flipH="1" flipV="1">
            <a:off x="5862745" y="4106551"/>
            <a:ext cx="2470221" cy="991527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Diagram (QuickDoc) — Search &amp; Discovery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" y="777240"/>
            <a:ext cx="3200400" cy="2203704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" y="1143000"/>
            <a:ext cx="32004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188720"/>
            <a:ext cx="30540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createdAt : DateTime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" y="2061972"/>
            <a:ext cx="32004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2130552"/>
            <a:ext cx="30540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addFavorite() : Boolean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removeFavorite() : Boolean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checkDuplicate(patientId, doctorId) : Boolean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getFavoritesByPatient(patientId) : List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38786" y="667512"/>
            <a:ext cx="3474720" cy="3195824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0" y="822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1143000"/>
            <a:ext cx="34747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87952" y="1188720"/>
            <a:ext cx="33284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lastName 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dateOfBirth : Date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: String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38786" y="2256581"/>
            <a:ext cx="34747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11938" y="2350607"/>
            <a:ext cx="3328416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searchBySpecialty(specialty)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searchByLocation(location)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searchByName(name)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viewDoctorProfile(doctorId) : Doctor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addFavorite(doctorId) : Boolean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removeFavorite(doctorId) : Boolean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getFavorites()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submitReview(doctorId, rating, body) : Boolean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503920" y="822960"/>
            <a:ext cx="338328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03920" y="822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03920" y="1143000"/>
            <a:ext cx="338328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77072" y="1188720"/>
            <a:ext cx="323697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createdAt : DateTime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03920" y="2487168"/>
            <a:ext cx="338328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77072" y="2532888"/>
            <a:ext cx="32369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submitReview() : Boolean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getReviewsByDoctor(doctorId)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getAverageRating(doctorId) : Double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checkDuplicate(patientId, doctorId) : Boolean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320040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SearchService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32004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" y="4572000"/>
            <a:ext cx="30540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: List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468112"/>
            <a:ext cx="32004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" y="5513832"/>
            <a:ext cx="305409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searchBySpecialty(specialty)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searchByLocation(location)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searchByName(name)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sortByFee()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sortByExperience()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logSearch(userId, query) : void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48212" y="4329685"/>
            <a:ext cx="3200400" cy="2455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22395" y="4346483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848212" y="4683320"/>
            <a:ext cx="32004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893932" y="4683320"/>
            <a:ext cx="3054096" cy="1010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licenseNumber 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consultationFee : Decimal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isVerified : Boolean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848212" y="5632704"/>
            <a:ext cx="32004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921364" y="5693531"/>
            <a:ext cx="305409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getProfile() : Doctor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getReviews()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getAverageRating() : Double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getSchedule()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searchBySpecialty(specialty)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searchByLocation(location)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searchByName(name) : List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74115" y="2507046"/>
            <a:ext cx="8788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Favorite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613506" y="2524738"/>
            <a:ext cx="9144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0" y="21625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Review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 rot="20457807">
            <a:off x="1711472" y="3373444"/>
            <a:ext cx="1313829" cy="69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Doctor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flipV="1">
            <a:off x="3685032" y="5811011"/>
            <a:ext cx="5163180" cy="12871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11879" y="5495543"/>
            <a:ext cx="4466645" cy="422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Doctor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195560" y="3429000"/>
            <a:ext cx="24252" cy="900684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985372" y="3643487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Doctor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272209" y="3003804"/>
            <a:ext cx="7576003" cy="2408243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 rot="934385">
            <a:off x="5100364" y="4153176"/>
            <a:ext cx="1463040" cy="439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 Doctor</a:t>
            </a:r>
            <a:endParaRPr lang="en-US" sz="1000" dirty="0"/>
          </a:p>
        </p:txBody>
      </p:sp>
      <p:sp>
        <p:nvSpPr>
          <p:cNvPr id="45" name="Shape 33">
            <a:extLst>
              <a:ext uri="{FF2B5EF4-FFF2-40B4-BE49-F238E27FC236}">
                <a16:creationId xmlns:a16="http://schemas.microsoft.com/office/drawing/2014/main" id="{E5AE775F-734D-DED2-E1DA-C0521C06410A}"/>
              </a:ext>
            </a:extLst>
          </p:cNvPr>
          <p:cNvSpPr/>
          <p:nvPr/>
        </p:nvSpPr>
        <p:spPr>
          <a:xfrm flipH="1">
            <a:off x="3211929" y="2729484"/>
            <a:ext cx="926856" cy="4572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3">
            <a:extLst>
              <a:ext uri="{FF2B5EF4-FFF2-40B4-BE49-F238E27FC236}">
                <a16:creationId xmlns:a16="http://schemas.microsoft.com/office/drawing/2014/main" id="{0C6F6213-0821-9D59-7933-A30BFEA30F4D}"/>
              </a:ext>
            </a:extLst>
          </p:cNvPr>
          <p:cNvSpPr/>
          <p:nvPr/>
        </p:nvSpPr>
        <p:spPr>
          <a:xfrm flipH="1">
            <a:off x="1614114" y="3094000"/>
            <a:ext cx="2500685" cy="1079035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Diagram (QuickDoc) — Boundary &amp; Entity Classes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32918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&lt;&lt;boundary&gt;&gt;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SearchPage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32918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325880"/>
            <a:ext cx="31455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searchField 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selectedSpecialty 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selectedLocation : String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2020824"/>
            <a:ext cx="32918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2066544"/>
            <a:ext cx="314553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selectSpecialty(specialty) : void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enterLocation(location) : void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enterDoctorName(name) : void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onSearch() : void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validateInput() : Boolean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displayResults(results) : void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displayError(msg) : void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822960"/>
            <a:ext cx="3474720" cy="1938528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0" y="822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&lt;&lt;boundary&gt;&gt;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DoctorProfilePage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280160"/>
            <a:ext cx="34747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62272" y="1325880"/>
            <a:ext cx="33284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profileData : Doctor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819656"/>
            <a:ext cx="347472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62272" y="1865376"/>
            <a:ext cx="33284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displayDoctorProfile() : void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clickAddFavorite(doctorId) : void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submitReview(doctorId, rating, body) : void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displayConfirmation() : void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686800" y="822960"/>
            <a:ext cx="3200400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0" y="822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&lt;&lt;boundary&gt;&gt;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SearchResultsPage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86800" y="1280160"/>
            <a:ext cx="32004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59952" y="1325880"/>
            <a:ext cx="3054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: List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selectedDoctor : int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0" y="1819656"/>
            <a:ext cx="32004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759952" y="1865376"/>
            <a:ext cx="3054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displayResults() : void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clickDoctorProfile(doctorId) : void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4114800"/>
            <a:ext cx="3200400" cy="1938528"/>
          </a:xfrm>
          <a:prstGeom prst="rect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&lt;&lt;entity&gt;&gt;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89120" y="4572000"/>
            <a:ext cx="32004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62272" y="4617720"/>
            <a:ext cx="30540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connectionString : String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isConnected : Boolean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5111496"/>
            <a:ext cx="32004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62272" y="5157216"/>
            <a:ext cx="30540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query(sql) : ResultSet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insert(table, data) : Boolean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update(table, data) : Boolean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delete(table, id) : Boolean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7533" y="5091220"/>
            <a:ext cx="18288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64381" y="508406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(see Slide 1)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644330" y="6388874"/>
            <a:ext cx="18288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678121" y="6423659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SearchService (see Slide 2)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686800" y="4206240"/>
            <a:ext cx="18288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86800" y="4206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(see Slide 1)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686800" y="4937760"/>
            <a:ext cx="18288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686800" y="49377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(see Slide 2)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686800" y="5669280"/>
            <a:ext cx="18288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686800" y="5669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 (see Slide 2)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 flipH="1">
            <a:off x="800100" y="3626193"/>
            <a:ext cx="1" cy="1439981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5800" y="3721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Request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31110" y="3547872"/>
            <a:ext cx="1" cy="278892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303492" y="5255812"/>
            <a:ext cx="1264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Search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2761488"/>
            <a:ext cx="0" cy="1353312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26380" y="3273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Data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863840" y="2487168"/>
            <a:ext cx="822960" cy="192024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543800" y="3282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Profile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256189" y="2359151"/>
            <a:ext cx="7951" cy="1801369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915400" y="27614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Results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589520" y="4480560"/>
            <a:ext cx="1097280" cy="18281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406640" y="3977640"/>
            <a:ext cx="1463040" cy="681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Data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589520" y="5148071"/>
            <a:ext cx="1097280" cy="13915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406640" y="4828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Review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589520" y="5852152"/>
            <a:ext cx="1097280" cy="18295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406640" y="5565316"/>
            <a:ext cx="1463040" cy="350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Favorite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669649" y="3587827"/>
            <a:ext cx="1737360" cy="1060704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 rot="1829627">
            <a:off x="2917401" y="4188843"/>
            <a:ext cx="1413128" cy="288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Data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665</Words>
  <Application>Microsoft Macintosh PowerPoint</Application>
  <PresentationFormat>Widescreen</PresentationFormat>
  <Paragraphs>170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QuickDoc - Sprint 2 UML Class Diagram</dc:title>
  <dc:subject>PptxGenJS Presentation</dc:subject>
  <dc:creator>Team 4</dc:creator>
  <cp:lastModifiedBy>Raghava, Mr. Thyagaraj</cp:lastModifiedBy>
  <cp:revision>2</cp:revision>
  <dcterms:created xsi:type="dcterms:W3CDTF">2026-04-14T01:14:20Z</dcterms:created>
  <dcterms:modified xsi:type="dcterms:W3CDTF">2026-04-14T01:33:22Z</dcterms:modified>
</cp:coreProperties>
</file>