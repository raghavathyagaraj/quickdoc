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8" r:id="rId3"/>
    <p:sldId id="257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12"/>
    <p:restoredTop sz="94610"/>
  </p:normalViewPr>
  <p:slideViewPr>
    <p:cSldViewPr snapToGrid="0" snapToObjects="1">
      <p:cViewPr>
        <p:scale>
          <a:sx n="133" d="100"/>
          <a:sy n="133" d="100"/>
        </p:scale>
        <p:origin x="-8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5314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-140689"/>
            <a:ext cx="10972800" cy="11008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QuickDoc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Diagram (Logical) – Doctor Search by Specialty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30352" y="2743200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2962656"/>
            <a:ext cx="0" cy="292608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3063240"/>
            <a:ext cx="36576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3255264"/>
            <a:ext cx="0" cy="201168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3255264"/>
            <a:ext cx="155448" cy="201168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349300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2560320"/>
            <a:ext cx="2743200" cy="914400"/>
          </a:xfrm>
          <a:prstGeom prst="roundRect">
            <a:avLst>
              <a:gd name="adj" fmla="val 15000"/>
            </a:avLst>
          </a:prstGeom>
          <a:solidFill>
            <a:srgbClr val="A9D18E"/>
          </a:solidFill>
          <a:ln w="31750">
            <a:solidFill>
              <a:srgbClr val="548235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25603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02.01 Search by Specialty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0" y="1097280"/>
            <a:ext cx="2560320" cy="640080"/>
          </a:xfrm>
          <a:prstGeom prst="roundRect">
            <a:avLst>
              <a:gd name="adj" fmla="val 21429"/>
            </a:avLst>
          </a:prstGeom>
          <a:solidFill>
            <a:srgbClr val="C5E0B4"/>
          </a:solidFill>
          <a:ln w="19050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0" y="1097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02.06 View Doctor Profile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2477623"/>
            <a:ext cx="2560320" cy="640080"/>
          </a:xfrm>
          <a:prstGeom prst="roundRect">
            <a:avLst>
              <a:gd name="adj" fmla="val 21429"/>
            </a:avLst>
          </a:prstGeom>
          <a:solidFill>
            <a:srgbClr val="C5E0B4"/>
          </a:solidFill>
          <a:ln w="19050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0" y="2621272"/>
            <a:ext cx="2560320" cy="3962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02.04 Add to Favorites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315044" y="3520443"/>
            <a:ext cx="2560320" cy="861022"/>
          </a:xfrm>
          <a:prstGeom prst="roundRect">
            <a:avLst>
              <a:gd name="adj" fmla="val 21429"/>
            </a:avLst>
          </a:prstGeom>
          <a:solidFill>
            <a:srgbClr val="C5E0B4"/>
          </a:solidFill>
          <a:ln w="19050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9600" y="3596417"/>
            <a:ext cx="2560320" cy="753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05.03 View Reviews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0" y="5362240"/>
            <a:ext cx="2560320" cy="640080"/>
          </a:xfrm>
          <a:prstGeom prst="roundRect">
            <a:avLst>
              <a:gd name="adj" fmla="val 21429"/>
            </a:avLst>
          </a:prstGeom>
          <a:solidFill>
            <a:srgbClr val="C5E0B4"/>
          </a:solidFill>
          <a:ln w="19050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0" y="5454786"/>
            <a:ext cx="2560320" cy="509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02.02 Search by Location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5840" y="2880360"/>
            <a:ext cx="219456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88720" y="2423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Query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(specialty, location)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3246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Results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(matching doctors)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flipV="1">
            <a:off x="5891134" y="1482526"/>
            <a:ext cx="2338466" cy="1093027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 rot="20035691">
            <a:off x="6230803" y="1824520"/>
            <a:ext cx="1461541" cy="16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Doctor Data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2926080"/>
            <a:ext cx="228600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83680" y="2468880"/>
            <a:ext cx="1188720" cy="4114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Info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(for favoriting)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599" y="3376653"/>
            <a:ext cx="2338465" cy="402871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 rot="406383">
            <a:off x="6496715" y="3195914"/>
            <a:ext cx="1645920" cy="4287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ID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 fetch reviews)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 rot="982464">
            <a:off x="6332495" y="3724969"/>
            <a:ext cx="2175112" cy="5247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Summary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46164" y="3456432"/>
            <a:ext cx="2383436" cy="1977034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 rot="2494650">
            <a:off x="6567494" y="4586220"/>
            <a:ext cx="1125751" cy="3445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Search Criteria</a:t>
            </a:r>
            <a:endParaRPr lang="en-US" sz="1000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4A3B294B-ECA2-DEA2-7999-70780B7A68A1}"/>
              </a:ext>
            </a:extLst>
          </p:cNvPr>
          <p:cNvSpPr/>
          <p:nvPr/>
        </p:nvSpPr>
        <p:spPr>
          <a:xfrm flipH="1">
            <a:off x="484629" y="3263629"/>
            <a:ext cx="155449" cy="201161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17">
            <a:extLst>
              <a:ext uri="{FF2B5EF4-FFF2-40B4-BE49-F238E27FC236}">
                <a16:creationId xmlns:a16="http://schemas.microsoft.com/office/drawing/2014/main" id="{A96FA7AC-6A2F-A6AE-D936-1A3EBE0A12B7}"/>
              </a:ext>
            </a:extLst>
          </p:cNvPr>
          <p:cNvSpPr/>
          <p:nvPr/>
        </p:nvSpPr>
        <p:spPr>
          <a:xfrm flipH="1" flipV="1">
            <a:off x="980440" y="3108960"/>
            <a:ext cx="2194559" cy="889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5">
            <a:extLst>
              <a:ext uri="{FF2B5EF4-FFF2-40B4-BE49-F238E27FC236}">
                <a16:creationId xmlns:a16="http://schemas.microsoft.com/office/drawing/2014/main" id="{C11FC550-0AA8-674F-9FC2-2E790D33C76F}"/>
              </a:ext>
            </a:extLst>
          </p:cNvPr>
          <p:cNvSpPr/>
          <p:nvPr/>
        </p:nvSpPr>
        <p:spPr>
          <a:xfrm flipH="1" flipV="1">
            <a:off x="5919533" y="3427381"/>
            <a:ext cx="2377493" cy="768116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-280351"/>
            <a:ext cx="10972800" cy="11033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QuickDoc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Diagram (Physical) – Doctor Search by Specialty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347472" y="1645920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48056" y="1847088"/>
            <a:ext cx="0" cy="256032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947672"/>
            <a:ext cx="347472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48056" y="2103120"/>
            <a:ext cx="0" cy="18288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48056" y="2103120"/>
            <a:ext cx="137160" cy="18288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" y="231343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1554480"/>
            <a:ext cx="2377440" cy="731520"/>
          </a:xfrm>
          <a:prstGeom prst="roundRect">
            <a:avLst>
              <a:gd name="adj" fmla="val 18750"/>
            </a:avLst>
          </a:prstGeom>
          <a:solidFill>
            <a:srgbClr val="A9D18E"/>
          </a:solidFill>
          <a:ln w="31750">
            <a:solidFill>
              <a:srgbClr val="548235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0" y="1554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02.01 Search by Specialty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132320" y="731520"/>
            <a:ext cx="2103120" cy="502920"/>
          </a:xfrm>
          <a:prstGeom prst="roundRect">
            <a:avLst>
              <a:gd name="adj" fmla="val 27273"/>
            </a:avLst>
          </a:prstGeom>
          <a:solidFill>
            <a:srgbClr val="C5E0B4"/>
          </a:solidFill>
          <a:ln w="19050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0" y="731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02.06 View Doctor Profile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0" y="1554480"/>
            <a:ext cx="2103120" cy="502920"/>
          </a:xfrm>
          <a:prstGeom prst="roundRect">
            <a:avLst>
              <a:gd name="adj" fmla="val 27273"/>
            </a:avLst>
          </a:prstGeom>
          <a:solidFill>
            <a:srgbClr val="C5E0B4"/>
          </a:solidFill>
          <a:ln w="19050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0" y="15544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02.04 Add to Favorites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320" y="2377440"/>
            <a:ext cx="2103120" cy="502920"/>
          </a:xfrm>
          <a:prstGeom prst="roundRect">
            <a:avLst>
              <a:gd name="adj" fmla="val 27273"/>
            </a:avLst>
          </a:prstGeom>
          <a:solidFill>
            <a:srgbClr val="C5E0B4"/>
          </a:solidFill>
          <a:ln w="19050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0" y="2377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05.03 View Reviews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32320" y="3200400"/>
            <a:ext cx="2103120" cy="502920"/>
          </a:xfrm>
          <a:prstGeom prst="roundRect">
            <a:avLst>
              <a:gd name="adj" fmla="val 27273"/>
            </a:avLst>
          </a:prstGeom>
          <a:solidFill>
            <a:srgbClr val="C5E0B4"/>
          </a:solidFill>
          <a:ln w="19050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0" y="32004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02.02 Search by Location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flipV="1">
            <a:off x="822960" y="1758625"/>
            <a:ext cx="1755642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05840" y="13716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Query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(specialty, location)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21488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Results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 flipV="1">
            <a:off x="4937760" y="931716"/>
            <a:ext cx="2112263" cy="73152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 rot="20602911">
            <a:off x="5303520" y="10515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Doctor Data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37760" y="1828800"/>
            <a:ext cx="219456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94960" y="1554479"/>
            <a:ext cx="1188720" cy="3657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Info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37760" y="2011680"/>
            <a:ext cx="2194560" cy="59436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 rot="769415">
            <a:off x="5475871" y="2053759"/>
            <a:ext cx="1097280" cy="2726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ID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 rot="875886">
            <a:off x="5575275" y="2412993"/>
            <a:ext cx="1371600" cy="4305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Summary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2286000"/>
            <a:ext cx="2560320" cy="1124712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 rot="1454118">
            <a:off x="5355697" y="2774503"/>
            <a:ext cx="1371600" cy="482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Criteria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" y="5272620"/>
            <a:ext cx="1554480" cy="201168"/>
          </a:xfrm>
          <a:prstGeom prst="rect">
            <a:avLst/>
          </a:prstGeom>
          <a:solidFill>
            <a:srgbClr val="4472C4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r>
              <a:rPr lang="en-US" dirty="0"/>
              <a:t>r</a:t>
            </a:r>
          </a:p>
        </p:txBody>
      </p:sp>
      <p:sp>
        <p:nvSpPr>
          <p:cNvPr id="34" name="Text 32"/>
          <p:cNvSpPr/>
          <p:nvPr/>
        </p:nvSpPr>
        <p:spPr>
          <a:xfrm>
            <a:off x="182880" y="5266314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28600" y="5461175"/>
            <a:ext cx="1554480" cy="877824"/>
          </a:xfrm>
          <a:prstGeom prst="rect">
            <a:avLst/>
          </a:prstGeom>
          <a:solidFill>
            <a:srgbClr val="D6E4F0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0040" y="5486400"/>
            <a:ext cx="1463040" cy="10825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(PK)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VARCHAR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password_hash VARCHAR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VARCHAR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is_active BOOLEAN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created_at DATETIME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057400" y="5226059"/>
            <a:ext cx="1554480" cy="201168"/>
          </a:xfrm>
          <a:prstGeom prst="rect">
            <a:avLst/>
          </a:prstGeom>
          <a:solidFill>
            <a:srgbClr val="4472C4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103120" y="42062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057400" y="5433744"/>
            <a:ext cx="1554480" cy="877824"/>
          </a:xfrm>
          <a:prstGeom prst="rect">
            <a:avLst/>
          </a:prstGeom>
          <a:solidFill>
            <a:srgbClr val="D6E4F0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148840" y="5486400"/>
            <a:ext cx="1463040" cy="7594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(PK)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 (FK)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specialty_id (FK)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license_number VARCHAR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consultation_fee DECIMAL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is_verified BOOLEAN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931920" y="4206240"/>
            <a:ext cx="1554480" cy="201168"/>
          </a:xfrm>
          <a:prstGeom prst="rect">
            <a:avLst/>
          </a:prstGeom>
          <a:solidFill>
            <a:srgbClr val="4472C4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931920" y="42062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doctor_specialties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931920" y="4407408"/>
            <a:ext cx="1554480" cy="438912"/>
          </a:xfrm>
          <a:prstGeom prst="rect">
            <a:avLst/>
          </a:prstGeom>
          <a:solidFill>
            <a:srgbClr val="D6E4F0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977640" y="440740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(PK)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VARCHAR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TEXT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760720" y="4206240"/>
            <a:ext cx="1554480" cy="201168"/>
          </a:xfrm>
          <a:prstGeom prst="rect">
            <a:avLst/>
          </a:prstGeom>
          <a:solidFill>
            <a:srgbClr val="4472C4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760720" y="42062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760720" y="4407408"/>
            <a:ext cx="1554480" cy="731520"/>
          </a:xfrm>
          <a:prstGeom prst="rect">
            <a:avLst/>
          </a:prstGeom>
          <a:solidFill>
            <a:srgbClr val="D6E4F0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806440" y="4407408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(PK)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 (FK)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first_name VARCHAR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last_name VARCHAR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VARCHAR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0408920" y="1342514"/>
            <a:ext cx="1554480" cy="201168"/>
          </a:xfrm>
          <a:prstGeom prst="rect">
            <a:avLst/>
          </a:prstGeom>
          <a:solidFill>
            <a:srgbClr val="4472C4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589520" y="42062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0408920" y="1513332"/>
            <a:ext cx="1554480" cy="585216"/>
          </a:xfrm>
          <a:prstGeom prst="rect">
            <a:avLst/>
          </a:prstGeom>
          <a:solidFill>
            <a:srgbClr val="D6E4F0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0500360" y="1548449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(PK)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patient_id (FK)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doctor_id (FK)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created_at DATETIME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0478605" y="2842129"/>
            <a:ext cx="1554480" cy="201168"/>
          </a:xfrm>
          <a:prstGeom prst="rect">
            <a:avLst/>
          </a:prstGeom>
          <a:solidFill>
            <a:srgbClr val="4472C4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0478605" y="2834092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0500360" y="3043297"/>
            <a:ext cx="1554480" cy="877824"/>
          </a:xfrm>
          <a:prstGeom prst="rect">
            <a:avLst/>
          </a:prstGeom>
          <a:solidFill>
            <a:srgbClr val="D6E4F0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0478605" y="3029582"/>
            <a:ext cx="146304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(PK)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patient_id (FK)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doctor_id (FK)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TEXT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created_at DATETIME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9235441" y="1828800"/>
            <a:ext cx="117348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9235440" y="2606040"/>
            <a:ext cx="1264920" cy="276982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17">
            <a:extLst>
              <a:ext uri="{FF2B5EF4-FFF2-40B4-BE49-F238E27FC236}">
                <a16:creationId xmlns:a16="http://schemas.microsoft.com/office/drawing/2014/main" id="{8DEEDD43-581E-0D36-7450-0C42D36BF3F8}"/>
              </a:ext>
            </a:extLst>
          </p:cNvPr>
          <p:cNvSpPr/>
          <p:nvPr/>
        </p:nvSpPr>
        <p:spPr>
          <a:xfrm flipH="1">
            <a:off x="804659" y="2011680"/>
            <a:ext cx="1755643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">
            <a:extLst>
              <a:ext uri="{FF2B5EF4-FFF2-40B4-BE49-F238E27FC236}">
                <a16:creationId xmlns:a16="http://schemas.microsoft.com/office/drawing/2014/main" id="{72811133-902C-E79C-7971-ECDFC23CB00A}"/>
              </a:ext>
            </a:extLst>
          </p:cNvPr>
          <p:cNvSpPr/>
          <p:nvPr/>
        </p:nvSpPr>
        <p:spPr>
          <a:xfrm flipH="1">
            <a:off x="274319" y="2135122"/>
            <a:ext cx="170277" cy="150867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5BECF34-34ED-B09D-5341-ACE173E88C97}"/>
              </a:ext>
            </a:extLst>
          </p:cNvPr>
          <p:cNvSpPr txBox="1"/>
          <p:nvPr/>
        </p:nvSpPr>
        <p:spPr>
          <a:xfrm>
            <a:off x="2578602" y="5218300"/>
            <a:ext cx="9900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</a:rPr>
              <a:t>Doctors</a:t>
            </a:r>
          </a:p>
        </p:txBody>
      </p:sp>
      <p:sp>
        <p:nvSpPr>
          <p:cNvPr id="63" name="Shape 17">
            <a:extLst>
              <a:ext uri="{FF2B5EF4-FFF2-40B4-BE49-F238E27FC236}">
                <a16:creationId xmlns:a16="http://schemas.microsoft.com/office/drawing/2014/main" id="{C8A32B1D-6A1F-A73F-11A4-3F6EF674982C}"/>
              </a:ext>
            </a:extLst>
          </p:cNvPr>
          <p:cNvSpPr/>
          <p:nvPr/>
        </p:nvSpPr>
        <p:spPr>
          <a:xfrm flipH="1">
            <a:off x="960120" y="2325552"/>
            <a:ext cx="1883662" cy="2941391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C37009C5-DAFC-458C-477C-F5F047B7355A}"/>
              </a:ext>
            </a:extLst>
          </p:cNvPr>
          <p:cNvSpPr/>
          <p:nvPr/>
        </p:nvSpPr>
        <p:spPr>
          <a:xfrm flipH="1">
            <a:off x="2730595" y="2289266"/>
            <a:ext cx="1038157" cy="2922517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17">
            <a:extLst>
              <a:ext uri="{FF2B5EF4-FFF2-40B4-BE49-F238E27FC236}">
                <a16:creationId xmlns:a16="http://schemas.microsoft.com/office/drawing/2014/main" id="{E55F519A-5DE1-B038-1907-A66283AD189E}"/>
              </a:ext>
            </a:extLst>
          </p:cNvPr>
          <p:cNvSpPr/>
          <p:nvPr/>
        </p:nvSpPr>
        <p:spPr>
          <a:xfrm>
            <a:off x="4334314" y="2308025"/>
            <a:ext cx="54805" cy="1879927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17">
            <a:extLst>
              <a:ext uri="{FF2B5EF4-FFF2-40B4-BE49-F238E27FC236}">
                <a16:creationId xmlns:a16="http://schemas.microsoft.com/office/drawing/2014/main" id="{7342EF84-50D2-0DDC-D767-FE59C3419C55}"/>
              </a:ext>
            </a:extLst>
          </p:cNvPr>
          <p:cNvSpPr/>
          <p:nvPr/>
        </p:nvSpPr>
        <p:spPr>
          <a:xfrm>
            <a:off x="4535511" y="2288626"/>
            <a:ext cx="1976441" cy="1917614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59939BA-4B8A-6E92-FFE2-4CBF80C3CCF8}"/>
              </a:ext>
            </a:extLst>
          </p:cNvPr>
          <p:cNvSpPr txBox="1"/>
          <p:nvPr/>
        </p:nvSpPr>
        <p:spPr>
          <a:xfrm>
            <a:off x="10809317" y="1320201"/>
            <a:ext cx="8930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Favorites</a:t>
            </a:r>
          </a:p>
        </p:txBody>
      </p:sp>
      <p:sp>
        <p:nvSpPr>
          <p:cNvPr id="72" name="Shape 29">
            <a:extLst>
              <a:ext uri="{FF2B5EF4-FFF2-40B4-BE49-F238E27FC236}">
                <a16:creationId xmlns:a16="http://schemas.microsoft.com/office/drawing/2014/main" id="{D0869548-5C1A-F0BE-6C58-2AF853CAD84F}"/>
              </a:ext>
            </a:extLst>
          </p:cNvPr>
          <p:cNvSpPr/>
          <p:nvPr/>
        </p:nvSpPr>
        <p:spPr>
          <a:xfrm flipH="1" flipV="1">
            <a:off x="4923611" y="2149294"/>
            <a:ext cx="2208708" cy="630482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-91440"/>
            <a:ext cx="10972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QuickDoc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Diagram (Logical) – Doctor Schedule Management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367588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20140"/>
            <a:ext cx="2560320" cy="640080"/>
          </a:xfrm>
          <a:prstGeom prst="roundRect">
            <a:avLst>
              <a:gd name="adj" fmla="val 21429"/>
            </a:avLst>
          </a:prstGeom>
          <a:solidFill>
            <a:srgbClr val="C5E0B4"/>
          </a:solidFill>
          <a:ln w="19050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0" y="11887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04.01 Add Doctor Profile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743200"/>
            <a:ext cx="2743200" cy="914400"/>
          </a:xfrm>
          <a:prstGeom prst="roundRect">
            <a:avLst>
              <a:gd name="adj" fmla="val 15000"/>
            </a:avLst>
          </a:prstGeom>
          <a:solidFill>
            <a:srgbClr val="A9D18E"/>
          </a:solidFill>
          <a:ln w="31750">
            <a:solidFill>
              <a:srgbClr val="548235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2743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04.02 Update Schedule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0" y="1097280"/>
            <a:ext cx="2560320" cy="640080"/>
          </a:xfrm>
          <a:prstGeom prst="roundRect">
            <a:avLst>
              <a:gd name="adj" fmla="val 21429"/>
            </a:avLst>
          </a:prstGeom>
          <a:solidFill>
            <a:srgbClr val="C5E0B4"/>
          </a:solidFill>
          <a:ln w="19050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0" y="1097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02.06 View Doctor Profile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2286000"/>
            <a:ext cx="2560320" cy="640080"/>
          </a:xfrm>
          <a:prstGeom prst="roundRect">
            <a:avLst>
              <a:gd name="adj" fmla="val 21429"/>
            </a:avLst>
          </a:prstGeom>
          <a:solidFill>
            <a:srgbClr val="C5E0B4"/>
          </a:solidFill>
          <a:ln w="19050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0" y="2286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02.01 Search by Specialty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0" y="3474720"/>
            <a:ext cx="2560320" cy="640080"/>
          </a:xfrm>
          <a:prstGeom prst="roundRect">
            <a:avLst>
              <a:gd name="adj" fmla="val 21429"/>
            </a:avLst>
          </a:prstGeom>
          <a:solidFill>
            <a:srgbClr val="C5E0B4"/>
          </a:solidFill>
          <a:ln w="19050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0" y="34747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05.03 View Reviews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4663440"/>
            <a:ext cx="2560320" cy="640080"/>
          </a:xfrm>
          <a:prstGeom prst="roundRect">
            <a:avLst>
              <a:gd name="adj" fmla="val 21429"/>
            </a:avLst>
          </a:prstGeom>
          <a:solidFill>
            <a:srgbClr val="C5E0B4"/>
          </a:solidFill>
          <a:ln w="19050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29600" y="4663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02.04 Add to Favorites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05840" y="3063240"/>
            <a:ext cx="219456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97280" y="2606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(time slots, availability)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3337560"/>
            <a:ext cx="1554480" cy="2926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Confirmation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6970" y="1783080"/>
            <a:ext cx="3748" cy="92583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73972" y="1920240"/>
            <a:ext cx="123668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Profile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(specialty, credentials)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 flipV="1">
            <a:off x="5961119" y="2690844"/>
            <a:ext cx="2307547" cy="238344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 rot="20007726">
            <a:off x="6557184" y="1670720"/>
            <a:ext cx="1645920" cy="37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Data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 rot="21256691">
            <a:off x="6400800" y="2468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Availability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0" y="3337560"/>
            <a:ext cx="2286000" cy="41148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 rot="616031">
            <a:off x="6604152" y="3225652"/>
            <a:ext cx="1645920" cy="363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Schedule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0" y="3657600"/>
            <a:ext cx="2560320" cy="128016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 rot="1679207">
            <a:off x="6151632" y="4140685"/>
            <a:ext cx="2322760" cy="4423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+ Schedule Info</a:t>
            </a:r>
            <a:endParaRPr lang="en-US" sz="1000" dirty="0"/>
          </a:p>
        </p:txBody>
      </p:sp>
      <p:sp>
        <p:nvSpPr>
          <p:cNvPr id="35" name="Shape 19">
            <a:extLst>
              <a:ext uri="{FF2B5EF4-FFF2-40B4-BE49-F238E27FC236}">
                <a16:creationId xmlns:a16="http://schemas.microsoft.com/office/drawing/2014/main" id="{70AC7984-5AFB-16C9-7BB6-12EC43C7686B}"/>
              </a:ext>
            </a:extLst>
          </p:cNvPr>
          <p:cNvSpPr/>
          <p:nvPr/>
        </p:nvSpPr>
        <p:spPr>
          <a:xfrm flipH="1">
            <a:off x="1005840" y="3337560"/>
            <a:ext cx="219456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1">
            <a:extLst>
              <a:ext uri="{FF2B5EF4-FFF2-40B4-BE49-F238E27FC236}">
                <a16:creationId xmlns:a16="http://schemas.microsoft.com/office/drawing/2014/main" id="{7DBC5FC9-0870-656F-D667-214FED44981E}"/>
              </a:ext>
            </a:extLst>
          </p:cNvPr>
          <p:cNvSpPr/>
          <p:nvPr/>
        </p:nvSpPr>
        <p:spPr>
          <a:xfrm>
            <a:off x="512064" y="2880360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2">
            <a:extLst>
              <a:ext uri="{FF2B5EF4-FFF2-40B4-BE49-F238E27FC236}">
                <a16:creationId xmlns:a16="http://schemas.microsoft.com/office/drawing/2014/main" id="{8CD37372-7626-F686-CE96-7FC6E0200CB6}"/>
              </a:ext>
            </a:extLst>
          </p:cNvPr>
          <p:cNvSpPr/>
          <p:nvPr/>
        </p:nvSpPr>
        <p:spPr>
          <a:xfrm>
            <a:off x="621792" y="3099816"/>
            <a:ext cx="0" cy="292608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">
            <a:extLst>
              <a:ext uri="{FF2B5EF4-FFF2-40B4-BE49-F238E27FC236}">
                <a16:creationId xmlns:a16="http://schemas.microsoft.com/office/drawing/2014/main" id="{EE62020D-BF48-3790-28FF-237CE8ED8EC3}"/>
              </a:ext>
            </a:extLst>
          </p:cNvPr>
          <p:cNvSpPr/>
          <p:nvPr/>
        </p:nvSpPr>
        <p:spPr>
          <a:xfrm>
            <a:off x="438912" y="3200400"/>
            <a:ext cx="365760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">
            <a:extLst>
              <a:ext uri="{FF2B5EF4-FFF2-40B4-BE49-F238E27FC236}">
                <a16:creationId xmlns:a16="http://schemas.microsoft.com/office/drawing/2014/main" id="{DF39A5D9-58C2-D8A4-D267-CFF87685C800}"/>
              </a:ext>
            </a:extLst>
          </p:cNvPr>
          <p:cNvSpPr/>
          <p:nvPr/>
        </p:nvSpPr>
        <p:spPr>
          <a:xfrm>
            <a:off x="621792" y="3392424"/>
            <a:ext cx="0" cy="201168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5">
            <a:extLst>
              <a:ext uri="{FF2B5EF4-FFF2-40B4-BE49-F238E27FC236}">
                <a16:creationId xmlns:a16="http://schemas.microsoft.com/office/drawing/2014/main" id="{D039EBA7-A38E-A01C-7FFA-1AE2BA960FB3}"/>
              </a:ext>
            </a:extLst>
          </p:cNvPr>
          <p:cNvSpPr/>
          <p:nvPr/>
        </p:nvSpPr>
        <p:spPr>
          <a:xfrm>
            <a:off x="621792" y="3392424"/>
            <a:ext cx="155448" cy="201168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37AA610E-0227-0359-3829-0AD04D0BCC3A}"/>
              </a:ext>
            </a:extLst>
          </p:cNvPr>
          <p:cNvSpPr/>
          <p:nvPr/>
        </p:nvSpPr>
        <p:spPr>
          <a:xfrm flipH="1">
            <a:off x="466341" y="3400789"/>
            <a:ext cx="155449" cy="201161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9394DFD7-50E9-D48E-BCF2-E03B7975E27F}"/>
              </a:ext>
            </a:extLst>
          </p:cNvPr>
          <p:cNvSpPr/>
          <p:nvPr/>
        </p:nvSpPr>
        <p:spPr>
          <a:xfrm flipV="1">
            <a:off x="5852160" y="1508759"/>
            <a:ext cx="2377440" cy="1234436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QuickDoc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Diagram (Physical) – Doctor Schedule Management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347472" y="1645920"/>
            <a:ext cx="201168" cy="2011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48056" y="1847088"/>
            <a:ext cx="0" cy="256032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947672"/>
            <a:ext cx="347472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48056" y="2103120"/>
            <a:ext cx="0" cy="18288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48056" y="2103120"/>
            <a:ext cx="137160" cy="18288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" y="231343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822960"/>
            <a:ext cx="2103120" cy="502920"/>
          </a:xfrm>
          <a:prstGeom prst="roundRect">
            <a:avLst>
              <a:gd name="adj" fmla="val 27273"/>
            </a:avLst>
          </a:prstGeom>
          <a:solidFill>
            <a:srgbClr val="C5E0B4"/>
          </a:solidFill>
          <a:ln w="19050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86000" y="8229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04.01 Add Doctor Profile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737360"/>
            <a:ext cx="2377440" cy="731520"/>
          </a:xfrm>
          <a:prstGeom prst="roundRect">
            <a:avLst>
              <a:gd name="adj" fmla="val 18750"/>
            </a:avLst>
          </a:prstGeom>
          <a:solidFill>
            <a:srgbClr val="A9D18E"/>
          </a:solidFill>
          <a:ln w="31750">
            <a:solidFill>
              <a:srgbClr val="548235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0" y="173736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04.02 Update Schedule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32320" y="731520"/>
            <a:ext cx="2103120" cy="502920"/>
          </a:xfrm>
          <a:prstGeom prst="roundRect">
            <a:avLst>
              <a:gd name="adj" fmla="val 27273"/>
            </a:avLst>
          </a:prstGeom>
          <a:solidFill>
            <a:srgbClr val="C5E0B4"/>
          </a:solidFill>
          <a:ln w="19050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0" y="731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02.06 View Doctor Profile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32320" y="1554480"/>
            <a:ext cx="2103120" cy="502920"/>
          </a:xfrm>
          <a:prstGeom prst="roundRect">
            <a:avLst>
              <a:gd name="adj" fmla="val 27273"/>
            </a:avLst>
          </a:prstGeom>
          <a:solidFill>
            <a:srgbClr val="C5E0B4"/>
          </a:solidFill>
          <a:ln w="19050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0" y="15544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02.01 Search by Specialty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32320" y="2377440"/>
            <a:ext cx="2103120" cy="502920"/>
          </a:xfrm>
          <a:prstGeom prst="roundRect">
            <a:avLst>
              <a:gd name="adj" fmla="val 27273"/>
            </a:avLst>
          </a:prstGeom>
          <a:solidFill>
            <a:srgbClr val="C5E0B4"/>
          </a:solidFill>
          <a:ln w="19050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0" y="23774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05.03 View Reviews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32320" y="3200400"/>
            <a:ext cx="2103120" cy="502920"/>
          </a:xfrm>
          <a:prstGeom prst="roundRect">
            <a:avLst>
              <a:gd name="adj" fmla="val 27273"/>
            </a:avLst>
          </a:prstGeom>
          <a:solidFill>
            <a:srgbClr val="C5E0B4"/>
          </a:solidFill>
          <a:ln w="19050">
            <a:solidFill>
              <a:srgbClr val="5482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32320" y="32004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02.04 Add to Favorites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2381" y="2011678"/>
            <a:ext cx="1837939" cy="1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1371599"/>
            <a:ext cx="1463040" cy="9143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(time slots, availability)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" y="2212847"/>
            <a:ext cx="1280160" cy="347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Confirmation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37560" y="1325880"/>
            <a:ext cx="228600" cy="41148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103120" y="14173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Profile Data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 flipV="1">
            <a:off x="4937760" y="1051560"/>
            <a:ext cx="2194560" cy="765138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 rot="20342171">
            <a:off x="5354368" y="1042152"/>
            <a:ext cx="1371600" cy="5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Data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 flipV="1">
            <a:off x="4937760" y="1901952"/>
            <a:ext cx="2194560" cy="109728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 rot="21355641">
            <a:off x="5303520" y="1667164"/>
            <a:ext cx="1463040" cy="4359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Availability status</a:t>
            </a:r>
          </a:p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37760" y="2194560"/>
            <a:ext cx="2194560" cy="41148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 rot="627679">
            <a:off x="5404234" y="1989711"/>
            <a:ext cx="1280160" cy="525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Schedule Context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468880"/>
            <a:ext cx="2377440" cy="941832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 rot="1342211">
            <a:off x="5303520" y="3017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+ Schedule Info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206240"/>
            <a:ext cx="1554480" cy="201168"/>
          </a:xfrm>
          <a:prstGeom prst="rect">
            <a:avLst/>
          </a:prstGeom>
          <a:solidFill>
            <a:srgbClr val="4472C4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42062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74320" y="4407408"/>
            <a:ext cx="1554480" cy="877824"/>
          </a:xfrm>
          <a:prstGeom prst="rect">
            <a:avLst/>
          </a:prstGeom>
          <a:solidFill>
            <a:srgbClr val="D6E4F0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0040" y="4407408"/>
            <a:ext cx="146304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(PK)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VARCHAR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password_hash VARCHAR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VARCHAR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is_active BOOLEAN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created_at DATETIME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2103120" y="4206240"/>
            <a:ext cx="1554480" cy="201168"/>
          </a:xfrm>
          <a:prstGeom prst="rect">
            <a:avLst/>
          </a:prstGeom>
          <a:solidFill>
            <a:srgbClr val="4472C4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103120" y="42062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103120" y="4407408"/>
            <a:ext cx="1554480" cy="877824"/>
          </a:xfrm>
          <a:prstGeom prst="rect">
            <a:avLst/>
          </a:prstGeom>
          <a:solidFill>
            <a:srgbClr val="D6E4F0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148840" y="4407408"/>
            <a:ext cx="146304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(PK)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 (FK)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specialty_id (FK)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license_number VARCHAR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consultation_fee DECIMAL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is_verified BOOLEAN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931920" y="4206240"/>
            <a:ext cx="1554480" cy="201168"/>
          </a:xfrm>
          <a:prstGeom prst="rect">
            <a:avLst/>
          </a:prstGeom>
          <a:solidFill>
            <a:srgbClr val="4472C4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931920" y="42062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doctor_specialties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931920" y="4407408"/>
            <a:ext cx="1554480" cy="438912"/>
          </a:xfrm>
          <a:prstGeom prst="rect">
            <a:avLst/>
          </a:prstGeom>
          <a:solidFill>
            <a:srgbClr val="D6E4F0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977640" y="440740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(PK)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VARCHAR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TEXT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760720" y="4206240"/>
            <a:ext cx="1554480" cy="201168"/>
          </a:xfrm>
          <a:prstGeom prst="rect">
            <a:avLst/>
          </a:prstGeom>
          <a:solidFill>
            <a:srgbClr val="4472C4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760720" y="42062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760720" y="4407408"/>
            <a:ext cx="1554480" cy="731520"/>
          </a:xfrm>
          <a:prstGeom prst="rect">
            <a:avLst/>
          </a:prstGeom>
          <a:solidFill>
            <a:srgbClr val="D6E4F0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806440" y="4407408"/>
            <a:ext cx="14630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(PK)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doctor_id (FK)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day_of_week VARCHAR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start_time TIME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end_time TIME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589520" y="4206240"/>
            <a:ext cx="1554480" cy="201168"/>
          </a:xfrm>
          <a:prstGeom prst="rect">
            <a:avLst/>
          </a:prstGeom>
          <a:solidFill>
            <a:srgbClr val="4472C4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589520" y="420624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589520" y="4407408"/>
            <a:ext cx="1554480" cy="585216"/>
          </a:xfrm>
          <a:prstGeom prst="rect">
            <a:avLst/>
          </a:prstGeom>
          <a:solidFill>
            <a:srgbClr val="D6E4F0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635240" y="440740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(PK)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patient_id (FK)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doctor_id (FK)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created_at DATETIME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10500360" y="2017936"/>
            <a:ext cx="1554480" cy="201168"/>
          </a:xfrm>
          <a:prstGeom prst="rect">
            <a:avLst/>
          </a:prstGeom>
          <a:solidFill>
            <a:srgbClr val="4472C4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0461057" y="2011679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0500360" y="2238836"/>
            <a:ext cx="1554480" cy="877824"/>
          </a:xfrm>
          <a:prstGeom prst="rect">
            <a:avLst/>
          </a:prstGeom>
          <a:solidFill>
            <a:srgbClr val="D6E4F0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0454640" y="2202259"/>
            <a:ext cx="146304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(PK)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patient_id (FK)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doctor_id (FK)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TEXT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created_at DATETIME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3200400" y="2468880"/>
            <a:ext cx="0" cy="173736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3977640" y="2481256"/>
            <a:ext cx="612675" cy="173736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206240" y="2475068"/>
            <a:ext cx="2560320" cy="173736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318976" y="3703320"/>
            <a:ext cx="2063" cy="50292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9235440" y="2677748"/>
            <a:ext cx="1273743" cy="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19">
            <a:extLst>
              <a:ext uri="{FF2B5EF4-FFF2-40B4-BE49-F238E27FC236}">
                <a16:creationId xmlns:a16="http://schemas.microsoft.com/office/drawing/2014/main" id="{A4D2C781-D5CF-7F7D-0156-2246C019C1D9}"/>
              </a:ext>
            </a:extLst>
          </p:cNvPr>
          <p:cNvSpPr/>
          <p:nvPr/>
        </p:nvSpPr>
        <p:spPr>
          <a:xfrm flipH="1">
            <a:off x="669230" y="2176272"/>
            <a:ext cx="1891089" cy="1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7C611864-A080-DFA3-04DA-963E4D551573}"/>
              </a:ext>
            </a:extLst>
          </p:cNvPr>
          <p:cNvSpPr/>
          <p:nvPr/>
        </p:nvSpPr>
        <p:spPr>
          <a:xfrm flipH="1">
            <a:off x="274321" y="2117762"/>
            <a:ext cx="173734" cy="228600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57">
            <a:extLst>
              <a:ext uri="{FF2B5EF4-FFF2-40B4-BE49-F238E27FC236}">
                <a16:creationId xmlns:a16="http://schemas.microsoft.com/office/drawing/2014/main" id="{C92BC03E-43F0-8347-F072-CB217F9AB919}"/>
              </a:ext>
            </a:extLst>
          </p:cNvPr>
          <p:cNvSpPr/>
          <p:nvPr/>
        </p:nvSpPr>
        <p:spPr>
          <a:xfrm flipH="1">
            <a:off x="1290243" y="2450585"/>
            <a:ext cx="1280149" cy="1756113"/>
          </a:xfrm>
          <a:prstGeom prst="line">
            <a:avLst/>
          </a:prstGeom>
          <a:noFill/>
          <a:ln w="19050">
            <a:solidFill>
              <a:srgbClr val="3333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534</Words>
  <Application>Microsoft Macintosh PowerPoint</Application>
  <PresentationFormat>Widescreen</PresentationFormat>
  <Paragraphs>151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QuickDoc - Data Flow Diagrams S2</dc:title>
  <dc:subject>PptxGenJS Presentation</dc:subject>
  <dc:creator>Team 4 - QuickDoc</dc:creator>
  <cp:lastModifiedBy>Raghava, Mr. Thyagaraj</cp:lastModifiedBy>
  <cp:revision>4</cp:revision>
  <dcterms:created xsi:type="dcterms:W3CDTF">2026-03-25T22:40:15Z</dcterms:created>
  <dcterms:modified xsi:type="dcterms:W3CDTF">2026-04-11T14:20:21Z</dcterms:modified>
</cp:coreProperties>
</file>