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6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13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8B76-06A1-04DF-E116-540F1D1F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9D674-3EB5-E822-BCD4-4163429B8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615E4-26B0-BBD3-2151-D0EED9972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57D0F-A919-B7EE-514D-4C078FE79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28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2F8F-FEC7-061F-0ACF-3A2826DA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29521-0590-5694-6690-37468E617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F2B12-3158-8B63-3874-52FD28D62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58979-C8EC-BB0A-9F1B-F9F9BC496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96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8595360" cy="420624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DBFB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4DBFB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548640"/>
            <a:ext cx="411480" cy="411480"/>
          </a:xfrm>
          <a:prstGeom prst="rect">
            <a:avLst/>
          </a:prstGeom>
          <a:solidFill>
            <a:srgbClr val="2E8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548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548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 •  CS691  •  Pace University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Kumar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kuchipudi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Project Manager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Abhinay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Reddy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Lakkireddy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Product Owner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Yukta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Chaubal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Business Analyst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Sreenidhi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Madireddy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Lead Developer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Thyagaraj Raghava – Developer</a:t>
            </a:r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Angel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Dasari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Developer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Jinali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Ghoghari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QA Analyst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Chalukya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Garikapati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- DBA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Karishma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Avhad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Software Tester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Bansri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Mitulkumar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Patel - Software Tester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2E8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  |  Diagrams  |  Burndown  |  Jenkins  |  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BRM Diagram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 (main view only)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Activity Diagram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Burndown Charts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Progress Report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[Recorded] Application Demo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 is a web-based medical appointment platform designed to simplify the process of finding and booking doctor appointments. It allows patients to search for doctors by specialization, view profiles, and schedule appointments online.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offers features such as doctor search with filters, detailed physician profiles, real-time appointment scheduling, patient account management, appointment history tracking, reviews &amp; ratings, prescriptions, and secure messaging.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Flask and PostgreSQL, QuickDoc follows a microservice-friendly architecture with CI/CD pipelines via Jenkins, automated testing through TestRigor, and deployment on AWS EC2 using Docker containers.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BRM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BRM Diagram Screenshot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799C21-EEDA-82E2-F736-CA36A837A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40081"/>
            <a:ext cx="9143999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Context Diagram Screenshot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879887-E0EB-5289-7EF5-66363B6F6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470" y="640080"/>
            <a:ext cx="919447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Road Map Screenshot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085580-CD0F-F996-560A-1C0EBABB8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742"/>
            <a:ext cx="9065821" cy="4476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 — Main View Only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RCT Main View Screenshot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B67982-CD4A-1A5C-81DD-5AA2D9921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914400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User Stories Screenshot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2CED7E-1C54-FA9A-3338-A1B479F40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40080"/>
            <a:ext cx="9143999" cy="4363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2153F-FC76-26CD-DA17-ED30A239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DDF7F0-E48F-D41D-E493-FBABE20C436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D2AC84-1248-E19C-F6BE-CE61B10EA2BA}"/>
              </a:ext>
            </a:extLst>
          </p:cNvPr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E3A629-90B2-9662-25A2-33E3563C1926}"/>
              </a:ext>
            </a:extLst>
          </p:cNvPr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38EA8E-FA82-A5E2-2E68-26C57E12085A}"/>
              </a:ext>
            </a:extLst>
          </p:cNvPr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0A6BE0-B0C6-8387-D1B9-3FE8404E3143}"/>
              </a:ext>
            </a:extLst>
          </p:cNvPr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56BB91A-4AD4-4B83-5748-3A790B577147}"/>
              </a:ext>
            </a:extLst>
          </p:cNvPr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5A4F83-254C-34B7-FDA3-2A51C83B929B}"/>
              </a:ext>
            </a:extLst>
          </p:cNvPr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User Stories Screenshot Here]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B8D43D-CF09-78EE-526F-0ACEBEF6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9144000" cy="440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7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Activity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UML Activity Diagram Screenshot Here]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0E763D-E466-D746-E734-34C1DDFF7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17220"/>
            <a:ext cx="914399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ERD —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Conceptual ER Diagram Screenshot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05CF0D-FBD4-BFF2-A990-093CCDAA4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914400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ERD —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Logical ER Diagram Screenshot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3DB2CD-CE4A-3FD2-415C-998EF0F29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914400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Burndown Chart — Sprint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Sprint 1 Burndown Chart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A6B9FC-893B-93BA-654D-C10BEC202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2" y="582930"/>
            <a:ext cx="914400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Burndown Chart — Sprint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Sprint 2 Burndown Chart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331FC-AAC4-357E-6F9E-BC2EAC9BE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40080"/>
            <a:ext cx="9143999" cy="42525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Burndown Chart — Sprint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Sprint 3 Burndown Chart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5F0913-DAF5-A00C-9761-30837BD1A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0080"/>
            <a:ext cx="914400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Progress Report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Jenkins Progress Report Screenshot(s) Here]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14FBD5-3D17-49FF-EE77-EB01F961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40080"/>
            <a:ext cx="4441371" cy="4320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0C981B-CE69-3740-9090-8C1CEB482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808" y="640079"/>
            <a:ext cx="4687192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4A1A5-F176-55C5-8BC5-B31671A0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BE1DBF-6BC7-519D-326A-BC02BF8D79B1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6448BF-696B-1A85-1D85-BB4137ABE2B4}"/>
              </a:ext>
            </a:extLst>
          </p:cNvPr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37A630-E259-9A0F-E612-D76B2CF24648}"/>
              </a:ext>
            </a:extLst>
          </p:cNvPr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 Progress Report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B88FF0-271C-4175-D5DA-13706CC346A0}"/>
              </a:ext>
            </a:extLst>
          </p:cNvPr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3625E7-F6F2-26F8-5551-FEA73C6C8AEF}"/>
              </a:ext>
            </a:extLst>
          </p:cNvPr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8B9E87D-DAA8-E272-7719-9B8D29457B8C}"/>
              </a:ext>
            </a:extLst>
          </p:cNvPr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7B0E2A-6998-130F-32FB-5220CE739DC1}"/>
              </a:ext>
            </a:extLst>
          </p:cNvPr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Jenkins Progress Report Screenshot(s) Here]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574C08-F702-9FAE-77CD-BED37E240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640080"/>
            <a:ext cx="91059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A7A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: QuickDoc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A9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Application Demo Screenshot(s) Here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switch to live/recorded demo]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309C28-BCF3-C23C-5E7B-3E46F57BF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88645"/>
            <a:ext cx="9143999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206240"/>
          </a:xfrm>
          <a:prstGeom prst="rect">
            <a:avLst/>
          </a:prstGeom>
          <a:solidFill>
            <a:srgbClr val="3BA9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DBFB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4DBFB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457200" cy="457200"/>
          </a:xfrm>
          <a:prstGeom prst="rect">
            <a:avLst/>
          </a:prstGeom>
          <a:solidFill>
            <a:srgbClr val="2E8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914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4  •  CS691  •  Pace University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2E8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507</Words>
  <Application>Microsoft Macintosh PowerPoint</Application>
  <PresentationFormat>On-screen Show (16:9)</PresentationFormat>
  <Paragraphs>119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- Final Presentation</dc:title>
  <dc:subject>PptxGenJS Presentation</dc:subject>
  <dc:creator>QuickDoc Team 4</dc:creator>
  <cp:lastModifiedBy>Raghava, Mr. Thyagaraj</cp:lastModifiedBy>
  <cp:revision>3</cp:revision>
  <dcterms:created xsi:type="dcterms:W3CDTF">2026-05-10T13:34:02Z</dcterms:created>
  <dcterms:modified xsi:type="dcterms:W3CDTF">2026-05-10T22:24:56Z</dcterms:modified>
</cp:coreProperties>
</file>