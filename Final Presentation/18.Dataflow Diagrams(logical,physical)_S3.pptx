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665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fd1_logical_book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fd2_physical_book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fd3_logical_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fd4_physical_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PresentationFormat>Widescreen</PresentationFormat>
  <Paragraphs>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– DFD Logical &amp; Physical – Sprint 3</dc:title>
  <dc:subject>PptxGenJS Presentation</dc:subject>
  <dc:creator>Team 4</dc:creator>
  <cp:lastModifiedBy>Raghava, Mr. Thyagaraj</cp:lastModifiedBy>
  <cp:revision>1</cp:revision>
  <dcterms:created xsi:type="dcterms:W3CDTF">2026-04-27T03:10:12Z</dcterms:created>
  <dcterms:modified xsi:type="dcterms:W3CDTF">2026-04-27T03:13:38Z</dcterms:modified>
</cp:coreProperties>
</file>