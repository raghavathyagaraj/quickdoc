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>
        <p:scale>
          <a:sx n="169" d="100"/>
          <a:sy n="169" d="100"/>
        </p:scale>
        <p:origin x="256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540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— Activity Diagram: External Users (Patients)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3072384" cy="274320"/>
          </a:xfrm>
          <a:prstGeom prst="rect">
            <a:avLst/>
          </a:prstGeom>
          <a:solidFill>
            <a:srgbClr val="2980B9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" y="5029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777240"/>
            <a:ext cx="3072384" cy="436626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72384" y="502920"/>
            <a:ext cx="2999232" cy="274320"/>
          </a:xfrm>
          <a:prstGeom prst="rect">
            <a:avLst/>
          </a:prstGeom>
          <a:solidFill>
            <a:srgbClr val="2980B9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72384" y="5029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System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72384" y="777240"/>
            <a:ext cx="2999232" cy="4366260"/>
          </a:xfrm>
          <a:prstGeom prst="rect">
            <a:avLst/>
          </a:prstGeom>
          <a:solidFill>
            <a:srgbClr val="D6EAF8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71616" y="502920"/>
            <a:ext cx="3086100" cy="274320"/>
          </a:xfrm>
          <a:prstGeom prst="rect">
            <a:avLst/>
          </a:prstGeom>
          <a:solidFill>
            <a:srgbClr val="2980B9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71616" y="5029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777240"/>
            <a:ext cx="3072384" cy="436626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4592" y="914400"/>
            <a:ext cx="274320" cy="274320"/>
          </a:xfrm>
          <a:prstGeom prst="ellipse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75588" y="85953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75588" y="8595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QuickDoc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95344" y="8412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46220" y="859536"/>
            <a:ext cx="1132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62572" y="85953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62572" y="8595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Email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 Service)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8912" y="1051560"/>
            <a:ext cx="836676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92908" y="1058702"/>
            <a:ext cx="122758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80660" y="1051560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71232" y="1243584"/>
            <a:ext cx="914" cy="32918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H="1">
            <a:off x="5280660" y="1572768"/>
            <a:ext cx="229057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63340" y="138074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63340" y="13807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 flipH="1">
            <a:off x="2281428" y="1572768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64108" y="138074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4108" y="13807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Doctor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(Specialty/Location)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572768" y="1764792"/>
            <a:ext cx="914" cy="33832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572768" y="2103120"/>
            <a:ext cx="229057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63340" y="191109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63340" y="19110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Doctor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Reviews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280660" y="2103120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62572" y="191109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62572" y="19110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Available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571232" y="2295144"/>
            <a:ext cx="914" cy="33832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flipH="1">
            <a:off x="5280660" y="2633472"/>
            <a:ext cx="229057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863340" y="24414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63340" y="24414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 flipH="1">
            <a:off x="2281428" y="2633472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64108" y="24414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64108" y="24414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Doctor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Time Slot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572768" y="2825496"/>
            <a:ext cx="914" cy="33832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572768" y="3163824"/>
            <a:ext cx="229057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863340" y="29718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63340" y="29718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280660" y="3163824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862572" y="29718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862572" y="29718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(Stripe/PayPal)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571232" y="3355848"/>
            <a:ext cx="914" cy="33832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 flipH="1">
            <a:off x="5280660" y="3694176"/>
            <a:ext cx="229057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863340" y="350215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63340" y="35021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Confirmation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(Email/SMS)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 flipH="1">
            <a:off x="2281428" y="3694176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64108" y="350215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64108" y="35021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Doctor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572768" y="3886200"/>
            <a:ext cx="914" cy="33832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572768" y="4224528"/>
            <a:ext cx="229057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863340" y="403250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863340" y="40325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Records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280660" y="4224528"/>
            <a:ext cx="144475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725412" y="403250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725412" y="40325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434072" y="4416552"/>
            <a:ext cx="914" cy="29260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287768" y="456285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342632" y="4617720"/>
            <a:ext cx="182880" cy="182880"/>
          </a:xfrm>
          <a:prstGeom prst="ellipse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— Activity Diagram: Internal Users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12521"/>
            <a:ext cx="3072384" cy="274320"/>
          </a:xfrm>
          <a:prstGeom prst="rect">
            <a:avLst/>
          </a:prstGeom>
          <a:solidFill>
            <a:srgbClr val="2980B9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" y="5029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777240"/>
            <a:ext cx="3072384" cy="436626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72384" y="502920"/>
            <a:ext cx="2999232" cy="274320"/>
          </a:xfrm>
          <a:prstGeom prst="rect">
            <a:avLst/>
          </a:prstGeom>
          <a:solidFill>
            <a:srgbClr val="2980B9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72384" y="5029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Administrator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72384" y="777240"/>
            <a:ext cx="2999232" cy="4366260"/>
          </a:xfrm>
          <a:prstGeom prst="rect">
            <a:avLst/>
          </a:prstGeom>
          <a:solidFill>
            <a:srgbClr val="D6EAF8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71616" y="502920"/>
            <a:ext cx="3086100" cy="274320"/>
          </a:xfrm>
          <a:prstGeom prst="rect">
            <a:avLst/>
          </a:prstGeom>
          <a:solidFill>
            <a:srgbClr val="2980B9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71616" y="5029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/ Sales / Finance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777240"/>
            <a:ext cx="3086100" cy="436626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4592" y="914400"/>
            <a:ext cx="274320" cy="274320"/>
          </a:xfrm>
          <a:prstGeom prst="ellipse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75588" y="85953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75588" y="8595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63340" y="85953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63340" y="8595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62572" y="85953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62572" y="8595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8912" y="1051560"/>
            <a:ext cx="836676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92908" y="1051560"/>
            <a:ext cx="117043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80660" y="1051560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71232" y="1243584"/>
            <a:ext cx="914" cy="32918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H="1">
            <a:off x="5280660" y="1572768"/>
            <a:ext cx="229057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63340" y="138074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63340" y="13807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 flipH="1">
            <a:off x="2281428" y="1572768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64108" y="138074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4108" y="13807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572768" y="1764792"/>
            <a:ext cx="914" cy="33832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572768" y="2103120"/>
            <a:ext cx="708660" cy="0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59966" y="1919326"/>
            <a:ext cx="1275588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372868" y="1911096"/>
            <a:ext cx="1076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532758" y="2110436"/>
            <a:ext cx="352044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871570" y="1925041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000500" y="1911096"/>
            <a:ext cx="113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Send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 flipV="1">
            <a:off x="5280660" y="2104034"/>
            <a:ext cx="1581912" cy="6402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62572" y="191109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62572" y="19110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Clinic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571232" y="2295144"/>
            <a:ext cx="914" cy="33832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flipH="1">
            <a:off x="5280660" y="2633472"/>
            <a:ext cx="229057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63340" y="24414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863340" y="24414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Doctor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 flipH="1">
            <a:off x="2281428" y="2633472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64108" y="24414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64108" y="24414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Provider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572768" y="2825496"/>
            <a:ext cx="914" cy="33832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572768" y="3163824"/>
            <a:ext cx="229057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863340" y="29718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863340" y="29718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Metrics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Comms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280660" y="3163824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862572" y="29718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62572" y="29718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Manage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Campaigns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571232" y="3355848"/>
            <a:ext cx="914" cy="33832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 flipH="1">
            <a:off x="5280660" y="3694176"/>
            <a:ext cx="229057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863340" y="350215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863340" y="35021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 flipH="1">
            <a:off x="2281428" y="3694176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64108" y="350215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64108" y="35021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572768" y="3886200"/>
            <a:ext cx="914" cy="33832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572768" y="4224528"/>
            <a:ext cx="229057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863340" y="403250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863340" y="40325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Revenue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280660" y="4224528"/>
            <a:ext cx="1581912" cy="914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862572" y="403250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862572" y="40325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571232" y="4416552"/>
            <a:ext cx="914" cy="292608"/>
          </a:xfrm>
          <a:prstGeom prst="line">
            <a:avLst/>
          </a:prstGeom>
          <a:noFill/>
          <a:ln w="22860">
            <a:solidFill>
              <a:srgbClr val="1A3C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424928" y="456285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479792" y="4617720"/>
            <a:ext cx="182880" cy="182880"/>
          </a:xfrm>
          <a:prstGeom prst="ellipse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145</Words>
  <Application>Microsoft Macintosh PowerPoint</Application>
  <PresentationFormat>On-screen Show (16:9)</PresentationFormat>
  <Paragraphs>70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Activity Diagrams - Team 4</dc:title>
  <dc:subject>PptxGenJS Presentation</dc:subject>
  <dc:creator>Team 4</dc:creator>
  <cp:lastModifiedBy>Raghava, Mr. Thyagaraj</cp:lastModifiedBy>
  <cp:revision>5</cp:revision>
  <dcterms:created xsi:type="dcterms:W3CDTF">2026-03-27T20:14:10Z</dcterms:created>
  <dcterms:modified xsi:type="dcterms:W3CDTF">2026-03-28T15:06:55Z</dcterms:modified>
</cp:coreProperties>
</file>