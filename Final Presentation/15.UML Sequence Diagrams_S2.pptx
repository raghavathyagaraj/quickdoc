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543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2F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— UML Sequence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2700">
            <a:solidFill>
              <a:srgbClr val="B2F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CS691 Capstone Project  |  Team 4  |  Pace University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F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Yuri Chernak, PhD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— Search by Specialty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navigates to the Search Page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Patient selects a medical specialty from dropdown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SearchPage sends request to SearchService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SearchService looks up the specialtyId via DoctorSpecialty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SearchService queries Database for doctors with that specialty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Doctor profiles are retrieved and returned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Search results are displayed to the Patient</a:t>
            </a:r>
            <a:endParaRPr lang="en-US" sz="1100" dirty="0"/>
          </a:p>
        </p:txBody>
      </p:sp>
      <p:pic>
        <p:nvPicPr>
          <p:cNvPr id="7" name="Image 0" descr="/home/claude/seq_imgs/02_01_search_by_special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02.02 — Search by Location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enters a city/location in the search field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SearchPage forwards the location to SearchService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SearchService queries the Database for doctors in that area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 each doctor found, profile details are retrieved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SearchService logs the search query for analytics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Results list is returned and displayed to the Patient</a:t>
            </a:r>
            <a:endParaRPr lang="en-US" sz="1100" dirty="0"/>
          </a:p>
        </p:txBody>
      </p:sp>
      <p:pic>
        <p:nvPicPr>
          <p:cNvPr id="7" name="Image 0" descr="/home/claude/seq_imgs/02_02_search_by_loc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02.03 — Search by Name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enters a doctor's name in the search field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SearchPage validates the input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[alt] If valid: SearchService queries Database by 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Doctor profiles are retrieved and results displayed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[else] If invalid: error message is shown to Patient</a:t>
            </a:r>
            <a:endParaRPr lang="en-US" sz="1100" dirty="0"/>
          </a:p>
        </p:txBody>
      </p:sp>
      <p:pic>
        <p:nvPicPr>
          <p:cNvPr id="7" name="Image 0" descr="/home/claude/seq_imgs/02_03_search_by_na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 — Add to Favorites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clicks 'Add to Favorites' on a Doctor Profile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DoctorProfilePage calls Patient.addFavorite()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System checks for duplicate via Favorite.checkDuplicate()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[alt] If not exists: new Favorite record is inserted in Database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[else] If already exists: error message is displayed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Confirmation is shown to the Patient</a:t>
            </a:r>
            <a:endParaRPr lang="en-US" sz="1100" dirty="0"/>
          </a:p>
        </p:txBody>
      </p:sp>
      <p:pic>
        <p:nvPicPr>
          <p:cNvPr id="7" name="Image 0" descr="/home/claude/seq_imgs/02_04_add_to_favori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 — View Doctor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clicks on a doctor from search results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retrieves Doctor profile from Database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Doctor's specialty details are fetched via DoctorSpecialty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Reviews for the doctor are retrieved via Review class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Average rating is calculated (self-message)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Full profile with reviews and rating is displayed</a:t>
            </a:r>
            <a:endParaRPr lang="en-US" sz="1100" dirty="0"/>
          </a:p>
        </p:txBody>
      </p:sp>
      <p:pic>
        <p:nvPicPr>
          <p:cNvPr id="7" name="Image 0" descr="/home/claude/seq_imgs/02_06_view_doctor_profi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05.01 — Submit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— Sprint 2 Sequence Diagrams  |  Team 4  |  CS691 Capstone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69748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Outline: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Patient submits a review (rating + body) on Doctor Profile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checks for duplicate review via Review.checkDuplicate()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Database is queried for existing review by same patient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[alt] If not duplicate: review is inserted into Database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Doctor's average rating is recalculated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[else] If duplicate: error message is shown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Success confirmation displayed to Patient</a:t>
            </a:r>
            <a:endParaRPr lang="en-US" sz="1100" dirty="0"/>
          </a:p>
        </p:txBody>
      </p:sp>
      <p:pic>
        <p:nvPicPr>
          <p:cNvPr id="7" name="Image 0" descr="/home/claude/seq_imgs/05_01_submit_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77724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Macintosh PowerPoint</Application>
  <PresentationFormat>On-screen Show 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- Sprint 2 UML Sequence Diagrams</dc:title>
  <dc:subject>PptxGenJS Presentation</dc:subject>
  <dc:creator>Team 4</dc:creator>
  <cp:lastModifiedBy>Raghava, Mr. Thyagaraj</cp:lastModifiedBy>
  <cp:revision>1</cp:revision>
  <dcterms:created xsi:type="dcterms:W3CDTF">2026-04-13T13:57:11Z</dcterms:created>
  <dcterms:modified xsi:type="dcterms:W3CDTF">2026-04-13T14:30:13Z</dcterms:modified>
</cp:coreProperties>
</file>