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7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200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1225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6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QuickDoc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1216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— UML Sequence Diagrams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0" y="3657600"/>
            <a:ext cx="4846320" cy="0"/>
          </a:xfrm>
          <a:prstGeom prst="line">
            <a:avLst/>
          </a:prstGeom>
          <a:noFill/>
          <a:ln w="12700">
            <a:solidFill>
              <a:srgbClr val="80C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0" y="393192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CS691 Capstone Project  |  Team 4  |  Pace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57200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Yuri Chernak, PhD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03.01 — Book Appointment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649224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QuickDoc — Sprint 3 Sequence Diagrams  |  Team 4  |  CS691 Capstone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383280" cy="50292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Outline: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017520" cy="43891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Patient selects a doctor and date on the Booking Page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BookingPage requests available slots from AppointmentService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AppointmentService fetches slots from Database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Available slots are displayed to Patient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Patient selects a time slot and confirms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AppointmentService creates record and marks slot booked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Confirmation is displayed to Patient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0" y="96012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206240" y="1143000"/>
            <a:ext cx="0" cy="22860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069080" y="1234440"/>
            <a:ext cx="27432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06240" y="1371600"/>
            <a:ext cx="0" cy="13716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06240" y="1371600"/>
            <a:ext cx="109728" cy="13716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0" y="7772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554480"/>
            <a:ext cx="1097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:BookingPage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212080" y="1828800"/>
            <a:ext cx="0" cy="438912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0" y="1554480"/>
            <a:ext cx="1280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0" y="1554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:ApptService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040880" y="1828800"/>
            <a:ext cx="0" cy="438912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321040" y="1554480"/>
            <a:ext cx="1097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32104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:ApptSlot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869680" y="1828800"/>
            <a:ext cx="0" cy="438912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058400" y="1554480"/>
            <a:ext cx="1097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05840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:Database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607040" y="1828800"/>
            <a:ext cx="0" cy="438912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206240" y="2103120"/>
            <a:ext cx="100584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206240" y="193852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selectDoctor(doctorId, date)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212080" y="2423160"/>
            <a:ext cx="182880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212080" y="225856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getAvailableSlots(doctorId, date)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040880" y="2743200"/>
            <a:ext cx="356616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040880" y="2578608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query(slots, doctorId, date)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 flipH="1">
            <a:off x="7040880" y="3017520"/>
            <a:ext cx="356616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040880" y="2852928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slotList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 flipH="1">
            <a:off x="5212080" y="3291840"/>
            <a:ext cx="182880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212080" y="312724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availableSlots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 flipH="1">
            <a:off x="4206240" y="3566160"/>
            <a:ext cx="100584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206240" y="340156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displaySlots()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206240" y="3931920"/>
            <a:ext cx="100584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206240" y="376732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confirmBooking(slotId)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5212080" y="4251960"/>
            <a:ext cx="182880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212080" y="408736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createAppointment(patientId, slotId)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7040880" y="4572000"/>
            <a:ext cx="182880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040880" y="440740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markAsBooked(slotId)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 flipH="1">
            <a:off x="7040880" y="4846320"/>
            <a:ext cx="182880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040880" y="468172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7040880" y="5120640"/>
            <a:ext cx="356616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040880" y="4956048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appointment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 flipH="1">
            <a:off x="7040880" y="5394960"/>
            <a:ext cx="356616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040880" y="5230368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appointmentId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 flipH="1">
            <a:off x="5212080" y="5669280"/>
            <a:ext cx="182880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212080" y="550468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 flipH="1">
            <a:off x="4206240" y="5943600"/>
            <a:ext cx="100584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206240" y="577900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displayConfirmation()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03.02 — View Appointments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649224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QuickDoc — Sprint 3 Sequence Diagrams  |  Team 4  |  CS691 Capstone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383280" cy="50292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Outline: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017520" cy="43891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Patient navigates to Appointments Page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AppointmentListPage requests appointments from AppointmentService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AppointmentService queries Database for patient's appointments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For each appointment, doctor details are fetched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Combined data is returned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Appointments list is displayed to Patient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0" y="96012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206240" y="1143000"/>
            <a:ext cx="0" cy="22860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069080" y="1234440"/>
            <a:ext cx="27432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06240" y="1371600"/>
            <a:ext cx="0" cy="13716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06240" y="1371600"/>
            <a:ext cx="109728" cy="13716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0" y="7772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554480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1554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:ApptListPage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257800" y="1828800"/>
            <a:ext cx="0" cy="438912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92240" y="1554480"/>
            <a:ext cx="1280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92240" y="1554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:ApptService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132320" y="1828800"/>
            <a:ext cx="0" cy="438912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412480" y="1554480"/>
            <a:ext cx="1005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412480" y="1554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:Doctor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915400" y="1828800"/>
            <a:ext cx="0" cy="438912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058400" y="1554480"/>
            <a:ext cx="1097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05840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:Database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607040" y="1828800"/>
            <a:ext cx="0" cy="438912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206240" y="2103120"/>
            <a:ext cx="105156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206240" y="193852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viewAppointments()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257800" y="2468880"/>
            <a:ext cx="187452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257800" y="2304288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getByPatient(patientId)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132320" y="2834640"/>
            <a:ext cx="347472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132320" y="267004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query(appointments, patientId)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 flipH="1">
            <a:off x="7132320" y="3154680"/>
            <a:ext cx="347472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132320" y="299008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appointmentList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7132320" y="3520440"/>
            <a:ext cx="178308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132320" y="3355848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getProfile(doctorId)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 flipH="1">
            <a:off x="7132320" y="3840480"/>
            <a:ext cx="178308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132320" y="3675888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doctorDetails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 flipH="1">
            <a:off x="5257800" y="4206240"/>
            <a:ext cx="187452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257800" y="4041648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List&lt;Appointment&gt;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 flipH="1">
            <a:off x="4206240" y="4526280"/>
            <a:ext cx="105156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206240" y="436168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displayAppointments()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03.03 — Cancel Appointment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649224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QuickDoc — Sprint 3 Sequence Diagrams  |  Team 4  |  CS691 Capstone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383280" cy="50292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Outline: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017520" cy="43891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Patient selects an appointment to cancel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AppointmentListPage calls AppointmentService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AppointmentService fetches appointment details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[alt] If allowed: slot freed, status updated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[else] If too late: error message shown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Confirmation or error displayed to Patient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0" y="96012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206240" y="1143000"/>
            <a:ext cx="0" cy="22860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069080" y="1234440"/>
            <a:ext cx="27432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06240" y="1371600"/>
            <a:ext cx="0" cy="13716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06240" y="1371600"/>
            <a:ext cx="109728" cy="13716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0" y="7772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554480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1554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:ApptListPage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257800" y="1828800"/>
            <a:ext cx="0" cy="438912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92240" y="1554480"/>
            <a:ext cx="1280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92240" y="1554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:ApptService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132320" y="1828800"/>
            <a:ext cx="0" cy="438912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412480" y="1554480"/>
            <a:ext cx="1097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41248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:ApptSlot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961120" y="1828800"/>
            <a:ext cx="0" cy="438912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058400" y="1554480"/>
            <a:ext cx="1097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05840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:Database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607040" y="1828800"/>
            <a:ext cx="0" cy="438912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206240" y="2103120"/>
            <a:ext cx="105156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206240" y="193852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cancelAppointment(apptId)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257800" y="2468880"/>
            <a:ext cx="187452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257800" y="2304288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cancelAppointment(apptId)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132320" y="2834640"/>
            <a:ext cx="347472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132320" y="267004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getAppointment(apptId)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 flipH="1">
            <a:off x="7132320" y="3154680"/>
            <a:ext cx="347472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132320" y="299008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appointmentDetails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126480" y="3429000"/>
            <a:ext cx="5212080" cy="1737360"/>
          </a:xfrm>
          <a:prstGeom prst="rect">
            <a:avLst/>
          </a:prstGeom>
          <a:solidFill>
            <a:srgbClr val="E0F7F4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126480" y="3429000"/>
            <a:ext cx="274320" cy="1645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126480" y="34290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446520" y="3429000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[cancellation allowed]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6126480" y="4384548"/>
            <a:ext cx="521208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17920" y="438454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[else: too late]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132320" y="3657600"/>
            <a:ext cx="182880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132320" y="349300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markAsAvailable(slotId)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 flipH="1">
            <a:off x="7132320" y="3931920"/>
            <a:ext cx="182880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132320" y="376732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7132320" y="4206240"/>
            <a:ext cx="347472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132320" y="404164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status='Cancelled'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 flipH="1">
            <a:off x="7132320" y="4480560"/>
            <a:ext cx="347472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132320" y="431596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 flipH="1">
            <a:off x="5257800" y="4846320"/>
            <a:ext cx="187452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257800" y="4681728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error: 'Cannot cancel'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 flipH="1">
            <a:off x="4206240" y="5212080"/>
            <a:ext cx="105156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206240" y="504748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displayResult()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04.02 — Update Schedule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649224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QuickDoc — Sprint 3 Sequence Diagrams  |  Team 4  |  CS691 Capstone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383280" cy="50292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Outline: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017520" cy="43891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Doctor navigates to Schedule Management Page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SchedulePage loads schedule from ScheduleService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ScheduleService queries Database for doctor's schedules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Current schedule is displayed to Doctor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Doctor adds/removes time slots and saves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ScheduleService updates records in Database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Confirmation is displayed to Doctor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0" y="96012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206240" y="1143000"/>
            <a:ext cx="0" cy="22860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069080" y="1234440"/>
            <a:ext cx="27432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06240" y="1371600"/>
            <a:ext cx="0" cy="13716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06240" y="1371600"/>
            <a:ext cx="109728" cy="13716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0" y="7772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554480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1554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:SchedulePage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257800" y="1828800"/>
            <a:ext cx="0" cy="438912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92240" y="1554480"/>
            <a:ext cx="1280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92240" y="1554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:SchedService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132320" y="1828800"/>
            <a:ext cx="0" cy="438912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412480" y="1554480"/>
            <a:ext cx="1097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41248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:Schedule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961120" y="1828800"/>
            <a:ext cx="0" cy="438912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058400" y="1554480"/>
            <a:ext cx="1097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05840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:Database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607040" y="1828800"/>
            <a:ext cx="0" cy="438912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206240" y="2103120"/>
            <a:ext cx="105156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206240" y="193852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openSchedule()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257800" y="2423160"/>
            <a:ext cx="187452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257800" y="2258568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getByDoctor(doctorId)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132320" y="2743200"/>
            <a:ext cx="347472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132320" y="257860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query(schedules, doctorId)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 flipH="1">
            <a:off x="7132320" y="3017520"/>
            <a:ext cx="347472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132320" y="285292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scheduleList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 flipH="1">
            <a:off x="5257800" y="3291840"/>
            <a:ext cx="187452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257800" y="3127248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currentSchedule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 flipH="1">
            <a:off x="4206240" y="3566160"/>
            <a:ext cx="105156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206240" y="340156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displaySchedule()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206240" y="3931920"/>
            <a:ext cx="105156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206240" y="376732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saveSchedule(updatedSlots)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5257800" y="4251960"/>
            <a:ext cx="187452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257800" y="4087368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updateSchedule(doctorId, slots)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7132320" y="4572000"/>
            <a:ext cx="182880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132320" y="440740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createSchedule(slot)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 flipH="1">
            <a:off x="7132320" y="4846320"/>
            <a:ext cx="182880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132320" y="468172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scheduleId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7132320" y="5120640"/>
            <a:ext cx="347472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132320" y="495604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INSERT/UPDATE schedules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 flipH="1">
            <a:off x="7132320" y="5394960"/>
            <a:ext cx="347472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132320" y="523036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 flipH="1">
            <a:off x="5257800" y="5669280"/>
            <a:ext cx="187452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257800" y="5504688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 flipH="1">
            <a:off x="4206240" y="5943600"/>
            <a:ext cx="105156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206240" y="577900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displayConfirmation()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05.01 — Submit Review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649224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QuickDoc — Sprint 3 Sequence Diagrams  |  Team 4  |  CS691 Capstone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383280" cy="50292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Outline: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017520" cy="43891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Patient opens a Doctor's Profile Page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Patient enters rating and review text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DoctorProfilePage calls ReviewService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ReviewService checks for duplicate review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[alt] If no duplicate: review inserted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[else] If duplicate: error shown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Confirmation displayed to Patient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0" y="96012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206240" y="1143000"/>
            <a:ext cx="0" cy="22860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069080" y="1234440"/>
            <a:ext cx="27432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06240" y="1371600"/>
            <a:ext cx="0" cy="13716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06240" y="1371600"/>
            <a:ext cx="109728" cy="13716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0" y="7772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554480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1554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:ProfilePage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349240" y="1828800"/>
            <a:ext cx="0" cy="438912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675120" y="1554480"/>
            <a:ext cx="1280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75120" y="1554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:ReviewService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315200" y="1828800"/>
            <a:ext cx="0" cy="438912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595360" y="1554480"/>
            <a:ext cx="914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595360" y="1554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:Review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052560" y="1828800"/>
            <a:ext cx="0" cy="438912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149840" y="1554480"/>
            <a:ext cx="1097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14984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:Database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698480" y="1828800"/>
            <a:ext cx="0" cy="438912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206240" y="2103120"/>
            <a:ext cx="114300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206240" y="193852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submitReview(doctorId, rating, body)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349240" y="2468880"/>
            <a:ext cx="196596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349240" y="2304288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submitReview(patientId, doctorId, rating, body)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315200" y="2834640"/>
            <a:ext cx="173736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315200" y="267004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checkDuplicate(patientId, doctorId)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 flipH="1">
            <a:off x="7315200" y="3154680"/>
            <a:ext cx="173736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315200" y="299008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exists: Boolean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309360" y="3429000"/>
            <a:ext cx="5029200" cy="1554480"/>
          </a:xfrm>
          <a:prstGeom prst="rect">
            <a:avLst/>
          </a:prstGeom>
          <a:solidFill>
            <a:srgbClr val="E0F7F4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309360" y="3429000"/>
            <a:ext cx="274320" cy="1645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09360" y="34290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629400" y="342900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[not exists]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6309360" y="4283964"/>
            <a:ext cx="50292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00800" y="4283964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[else: already reviewed]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315200" y="3657600"/>
            <a:ext cx="338328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315200" y="3493008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review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 flipH="1">
            <a:off x="7315200" y="3931920"/>
            <a:ext cx="338328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315200" y="3767328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reviewId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 flipH="1">
            <a:off x="5349240" y="4206240"/>
            <a:ext cx="196596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349240" y="4041648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 flipH="1">
            <a:off x="5349240" y="4572000"/>
            <a:ext cx="196596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349240" y="4407408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error: 'Already reviewed'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 flipH="1">
            <a:off x="4206240" y="4937760"/>
            <a:ext cx="114300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206240" y="477316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displayConfirmation()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05.03 — View Reviews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649224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QuickDoc — Sprint 3 Sequence Diagrams  |  Team 4  |  CS691 Capstone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383280" cy="50292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Outline: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017520" cy="43891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Patient views a Doctor's Profile Page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DoctorProfilePage requests reviews from ReviewService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ReviewService queries Database for reviews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ReviewService calculates average rating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Review list with average rating returned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Reviews displayed on the Profile Page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0" y="96012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206240" y="1143000"/>
            <a:ext cx="0" cy="22860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069080" y="1234440"/>
            <a:ext cx="27432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06240" y="1371600"/>
            <a:ext cx="0" cy="13716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06240" y="1371600"/>
            <a:ext cx="109728" cy="13716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0" y="7772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554480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1554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:ProfilePage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349240" y="1828800"/>
            <a:ext cx="0" cy="438912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675120" y="1554480"/>
            <a:ext cx="1280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75120" y="1554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:ReviewService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315200" y="1828800"/>
            <a:ext cx="0" cy="438912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595360" y="1554480"/>
            <a:ext cx="914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595360" y="1554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:Review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052560" y="1828800"/>
            <a:ext cx="0" cy="438912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149840" y="1554480"/>
            <a:ext cx="1097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14984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:Database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698480" y="1828800"/>
            <a:ext cx="0" cy="438912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206240" y="2103120"/>
            <a:ext cx="114300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206240" y="193852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viewDoctorProfile(doctorId)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349240" y="2468880"/>
            <a:ext cx="196596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349240" y="2304288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getReviewsByDoctor(doctorId)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315200" y="2834640"/>
            <a:ext cx="338328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315200" y="2670048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query(reviews, doctorId)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 flipH="1">
            <a:off x="7315200" y="3154680"/>
            <a:ext cx="338328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315200" y="2990088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reviewList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7315200" y="3520440"/>
            <a:ext cx="173736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315200" y="335584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getAverageRating(doctorId)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 flipH="1">
            <a:off x="7315200" y="3840480"/>
            <a:ext cx="173736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315200" y="367588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avgRating: Double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 flipH="1">
            <a:off x="5349240" y="4206240"/>
            <a:ext cx="196596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349240" y="4041648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+ avgRating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 flipH="1">
            <a:off x="4206240" y="4526280"/>
            <a:ext cx="114300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206240" y="436168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displayReviews()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736</Words>
  <Application>Microsoft Macintosh PowerPoint</Application>
  <PresentationFormat>Widescreen</PresentationFormat>
  <Paragraphs>200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QuickDoc – Sprint 3 Sequence Diagrams</dc:title>
  <dc:subject>PptxGenJS Presentation</dc:subject>
  <dc:creator>Team 4</dc:creator>
  <cp:lastModifiedBy>Raghava, Mr. Thyagaraj</cp:lastModifiedBy>
  <cp:revision>1</cp:revision>
  <dcterms:created xsi:type="dcterms:W3CDTF">2026-05-02T13:48:19Z</dcterms:created>
  <dcterms:modified xsi:type="dcterms:W3CDTF">2026-05-02T13:52:18Z</dcterms:modified>
</cp:coreProperties>
</file>