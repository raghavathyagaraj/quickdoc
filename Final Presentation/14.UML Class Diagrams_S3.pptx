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9" r:id="rId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003"/>
    <p:restoredTop sz="94610"/>
  </p:normalViewPr>
  <p:slideViewPr>
    <p:cSldViewPr snapToGrid="0" snapToObjects="1">
      <p:cViewPr varScale="1">
        <p:scale>
          <a:sx n="160" d="100"/>
          <a:sy n="160" d="100"/>
        </p:scale>
        <p:origin x="53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176387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371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Diagram (QuickDoc) — Core Classes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274320" y="640080"/>
            <a:ext cx="292608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74320" y="64008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292608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74320" y="960120"/>
            <a:ext cx="2926080" cy="1115568"/>
          </a:xfrm>
          <a:prstGeom prst="rect">
            <a:avLst/>
          </a:prstGeom>
          <a:noFill/>
          <a:ln/>
        </p:spPr>
        <p:txBody>
          <a:bodyPr wrap="square" lIns="25400" tIns="76200" rIns="50800" bIns="2540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userId : int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: String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passwordHash : String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roleId : int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isActive : Boolean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createdAt : DateTime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274320" y="2075688"/>
            <a:ext cx="2926080" cy="768096"/>
          </a:xfrm>
          <a:prstGeom prst="rect">
            <a:avLst/>
          </a:prstGeom>
          <a:solidFill>
            <a:srgbClr val="FFFFFF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74320" y="2075688"/>
            <a:ext cx="2926080" cy="768096"/>
          </a:xfrm>
          <a:prstGeom prst="rect">
            <a:avLst/>
          </a:prstGeom>
          <a:noFill/>
          <a:ln/>
        </p:spPr>
        <p:txBody>
          <a:bodyPr wrap="square" lIns="25400" tIns="76200" rIns="50800" bIns="2540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login() : Boolean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logout() : void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register() : Boolean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resetPassword() : Boolean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7315200" y="640080"/>
            <a:ext cx="457200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315200" y="6400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315200" y="960120"/>
            <a:ext cx="457200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315200" y="960120"/>
            <a:ext cx="4572000" cy="1115568"/>
          </a:xfrm>
          <a:prstGeom prst="rect">
            <a:avLst/>
          </a:prstGeom>
          <a:noFill/>
          <a:ln/>
        </p:spPr>
        <p:txBody>
          <a:bodyPr wrap="square" lIns="25400" tIns="76200" rIns="50800" bIns="2540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patientId : int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userId : int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firstName : String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lastName : String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dateOfBirth : Date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 : String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7315200" y="2075688"/>
            <a:ext cx="4572000" cy="1636776"/>
          </a:xfrm>
          <a:prstGeom prst="rect">
            <a:avLst/>
          </a:prstGeom>
          <a:solidFill>
            <a:srgbClr val="FFFFFF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315200" y="2075688"/>
            <a:ext cx="4572000" cy="1636776"/>
          </a:xfrm>
          <a:prstGeom prst="rect">
            <a:avLst/>
          </a:prstGeom>
          <a:noFill/>
          <a:ln/>
        </p:spPr>
        <p:txBody>
          <a:bodyPr wrap="square" lIns="25400" tIns="76200" rIns="50800" bIns="2540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searchBySpecialty(specialty) : List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searchByLocation(location) : List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viewDoctorProfile(doctorId) : Doctor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addFavorite(doctorId) : Boolean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getFavorites() : List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submitReview(doctorId, rating, body) : Boolean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bookAppointment(slotId) : Boolean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cancelAppointment(apptId) : Boolean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getAppointments() : List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91440" y="3488437"/>
            <a:ext cx="384048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274320" y="3401568"/>
            <a:ext cx="3462782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5471" y="3822194"/>
            <a:ext cx="3840480" cy="1984248"/>
          </a:xfrm>
          <a:prstGeom prst="rect">
            <a:avLst/>
          </a:prstGeom>
          <a:solidFill>
            <a:srgbClr val="FFFFFF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274320" y="3977640"/>
            <a:ext cx="3840480" cy="1984248"/>
          </a:xfrm>
          <a:prstGeom prst="rect">
            <a:avLst/>
          </a:prstGeom>
          <a:noFill/>
          <a:ln/>
        </p:spPr>
        <p:txBody>
          <a:bodyPr wrap="square" lIns="25400" tIns="76200" rIns="50800" bIns="2540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doctorId : int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userId : int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specialtyId : int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licenseNumber : String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consultationFee : Decimal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isVerified : Boolean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 : String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clinicName : String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 : String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: String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yearsExperience : int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85471" y="5678426"/>
            <a:ext cx="384048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274320" y="5715001"/>
            <a:ext cx="3840480" cy="1362455"/>
          </a:xfrm>
          <a:prstGeom prst="rect">
            <a:avLst/>
          </a:prstGeom>
          <a:noFill/>
          <a:ln/>
        </p:spPr>
        <p:txBody>
          <a:bodyPr wrap="square" lIns="25400" tIns="76200" rIns="50800" bIns="2540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getProfile() : Doctor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getReviews() : List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getAverageRating() : Double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getSchedule() : List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updateSchedule(schedule) : Boolean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getAppointmentSlots(date) : List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8229600" y="4572000"/>
            <a:ext cx="365760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8229600" y="45720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DoctorSpecialty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8229600" y="4892040"/>
            <a:ext cx="36576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8229600" y="4892040"/>
            <a:ext cx="3657600" cy="594360"/>
          </a:xfrm>
          <a:prstGeom prst="rect">
            <a:avLst/>
          </a:prstGeom>
          <a:noFill/>
          <a:ln/>
        </p:spPr>
        <p:txBody>
          <a:bodyPr wrap="square" lIns="25400" tIns="76200" rIns="50800" bIns="2540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specialtyId : int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: String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 : String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8229600" y="5486400"/>
            <a:ext cx="365760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8229600" y="5486400"/>
            <a:ext cx="3657600" cy="420624"/>
          </a:xfrm>
          <a:prstGeom prst="rect">
            <a:avLst/>
          </a:prstGeom>
          <a:noFill/>
          <a:ln/>
        </p:spPr>
        <p:txBody>
          <a:bodyPr wrap="square" lIns="25400" tIns="76200" rIns="50800" bIns="2540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getSpecialty() : DoctorSpecialty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getAllSpecialties() : List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3200400" y="1828800"/>
            <a:ext cx="4114800" cy="0"/>
          </a:xfrm>
          <a:prstGeom prst="line">
            <a:avLst/>
          </a:prstGeom>
          <a:noFill/>
          <a:ln w="19050">
            <a:solidFill>
              <a:srgbClr val="1A1A2E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709160" y="1581912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As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1789043" y="2855114"/>
            <a:ext cx="548640" cy="651609"/>
          </a:xfrm>
          <a:prstGeom prst="line">
            <a:avLst/>
          </a:prstGeom>
          <a:noFill/>
          <a:ln w="19050">
            <a:solidFill>
              <a:srgbClr val="1A1A2E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914400" y="3140964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As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 flipH="1">
            <a:off x="3931920" y="3099815"/>
            <a:ext cx="3377311" cy="1368749"/>
          </a:xfrm>
          <a:prstGeom prst="line">
            <a:avLst/>
          </a:prstGeom>
          <a:noFill/>
          <a:ln w="19050">
            <a:solidFill>
              <a:srgbClr val="1A1A2E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 rot="20330225">
            <a:off x="4943072" y="3405979"/>
            <a:ext cx="1129322" cy="4357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Doctor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3925950" y="5276088"/>
            <a:ext cx="4303649" cy="0"/>
          </a:xfrm>
          <a:prstGeom prst="line">
            <a:avLst/>
          </a:prstGeom>
          <a:noFill/>
          <a:ln w="19050">
            <a:solidFill>
              <a:srgbClr val="1A1A2E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5623560" y="5056632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 Specialty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371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Diagram (QuickDoc) — Appointment &amp; Schedule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274320" y="640080"/>
            <a:ext cx="411480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74320" y="64008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Appointment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411480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74320" y="960120"/>
            <a:ext cx="4114800" cy="1463040"/>
          </a:xfrm>
          <a:prstGeom prst="rect">
            <a:avLst/>
          </a:prstGeom>
          <a:noFill/>
          <a:ln/>
        </p:spPr>
        <p:txBody>
          <a:bodyPr wrap="square" lIns="25400" tIns="76200" rIns="50800" bIns="2540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appointmentId : int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patientId : int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doctorId : int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slotId : int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apptDatetime : DateTime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statusId : int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notes : String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createdAt : DateTime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274320" y="2423160"/>
            <a:ext cx="4114800" cy="1289304"/>
          </a:xfrm>
          <a:prstGeom prst="rect">
            <a:avLst/>
          </a:prstGeom>
          <a:solidFill>
            <a:srgbClr val="FFFFFF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74320" y="2423160"/>
            <a:ext cx="4114800" cy="1289304"/>
          </a:xfrm>
          <a:prstGeom prst="rect">
            <a:avLst/>
          </a:prstGeom>
          <a:noFill/>
          <a:ln/>
        </p:spPr>
        <p:txBody>
          <a:bodyPr wrap="square" lIns="25400" tIns="76200" rIns="50800" bIns="2540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createAppointment() : Boolean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cancelAppointment() : Boolean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rescheduleAppointment(newSlotId) : Boolean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getAppointmentDetails() : Appointment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getByPatient(patientId) : List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getByDoctor(doctorId) : List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updateStatus(statusId) : Boolean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7315200" y="640080"/>
            <a:ext cx="457200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315200" y="6400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AppointmentSlot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315200" y="960120"/>
            <a:ext cx="457200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315200" y="960120"/>
            <a:ext cx="4572000" cy="1463040"/>
          </a:xfrm>
          <a:prstGeom prst="rect">
            <a:avLst/>
          </a:prstGeom>
          <a:noFill/>
          <a:ln/>
        </p:spPr>
        <p:txBody>
          <a:bodyPr wrap="square" lIns="25400" tIns="76200" rIns="50800" bIns="2540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slotId : int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doctorId : int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scheduleId : int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slotDate : Date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startTime : Time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endTime : Time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isBooked : Boolean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createdAt : DateTime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7315200" y="2423160"/>
            <a:ext cx="4572000" cy="768096"/>
          </a:xfrm>
          <a:prstGeom prst="rect">
            <a:avLst/>
          </a:prstGeom>
          <a:solidFill>
            <a:srgbClr val="FFFFFF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315200" y="2423160"/>
            <a:ext cx="4572000" cy="768096"/>
          </a:xfrm>
          <a:prstGeom prst="rect">
            <a:avLst/>
          </a:prstGeom>
          <a:noFill/>
          <a:ln/>
        </p:spPr>
        <p:txBody>
          <a:bodyPr wrap="square" lIns="25400" tIns="76200" rIns="50800" bIns="2540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getAvailableSlots(doctorId, date) : List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markAsBooked() : Boolean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markAsAvailable() : Boolean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generateSlots(scheduleId, date) : List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274320" y="4389120"/>
            <a:ext cx="365760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274320" y="43891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74320" y="4709160"/>
            <a:ext cx="365760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274320" y="4709160"/>
            <a:ext cx="3657600" cy="1115568"/>
          </a:xfrm>
          <a:prstGeom prst="rect">
            <a:avLst/>
          </a:prstGeom>
          <a:noFill/>
          <a:ln/>
        </p:spPr>
        <p:txBody>
          <a:bodyPr wrap="square" lIns="25400" tIns="76200" rIns="50800" bIns="2540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scheduleId : int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doctorId : int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dayOfWeek : String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startTime : Time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endTime : Time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isActive : Boolean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274320" y="5824728"/>
            <a:ext cx="3657600" cy="941832"/>
          </a:xfrm>
          <a:prstGeom prst="rect">
            <a:avLst/>
          </a:prstGeom>
          <a:solidFill>
            <a:srgbClr val="FFFFFF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274320" y="5824728"/>
            <a:ext cx="3657600" cy="941832"/>
          </a:xfrm>
          <a:prstGeom prst="rect">
            <a:avLst/>
          </a:prstGeom>
          <a:noFill/>
          <a:ln/>
        </p:spPr>
        <p:txBody>
          <a:bodyPr wrap="square" lIns="25400" tIns="76200" rIns="50800" bIns="2540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createSchedule() : Boolean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updateSchedule() : Boolean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deleteSchedule() : Boolean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getByDoctor(doctorId) : List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getActiveDays(doctorId) : List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8686800" y="4389120"/>
            <a:ext cx="320040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8686800" y="438912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AppointmentStatus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8686800" y="4709160"/>
            <a:ext cx="320040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8686800" y="4709160"/>
            <a:ext cx="3200400" cy="420624"/>
          </a:xfrm>
          <a:prstGeom prst="rect">
            <a:avLst/>
          </a:prstGeom>
          <a:noFill/>
          <a:ln/>
        </p:spPr>
        <p:txBody>
          <a:bodyPr wrap="square" lIns="25400" tIns="76200" rIns="50800" bIns="2540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statusId : int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statusName : String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8686800" y="5129784"/>
            <a:ext cx="320040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8686800" y="5129784"/>
            <a:ext cx="3200400" cy="420624"/>
          </a:xfrm>
          <a:prstGeom prst="rect">
            <a:avLst/>
          </a:prstGeom>
          <a:noFill/>
          <a:ln/>
        </p:spPr>
        <p:txBody>
          <a:bodyPr wrap="square" lIns="25400" tIns="76200" rIns="50800" bIns="2540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getStatus() : AppointmentStatus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getAllStatuses() : List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5029200" y="5943600"/>
            <a:ext cx="2743200" cy="320040"/>
          </a:xfrm>
          <a:prstGeom prst="rect">
            <a:avLst/>
          </a:prstGeom>
          <a:solidFill>
            <a:srgbClr val="F0F0F0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5029200" y="59436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 (see Slide 1)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8305138" y="5971032"/>
            <a:ext cx="2743200" cy="320040"/>
          </a:xfrm>
          <a:prstGeom prst="rect">
            <a:avLst/>
          </a:prstGeom>
          <a:solidFill>
            <a:srgbClr val="F0F0F0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8305138" y="5957317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(see Slide 1)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389120" y="2286000"/>
            <a:ext cx="2926080" cy="0"/>
          </a:xfrm>
          <a:prstGeom prst="line">
            <a:avLst/>
          </a:prstGeom>
          <a:noFill/>
          <a:ln w="19050">
            <a:solidFill>
              <a:srgbClr val="1A1A2E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5303520" y="2039112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Slot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4389119" y="2754631"/>
            <a:ext cx="4328161" cy="1809368"/>
          </a:xfrm>
          <a:prstGeom prst="line">
            <a:avLst/>
          </a:prstGeom>
          <a:noFill/>
          <a:ln w="19050">
            <a:solidFill>
              <a:srgbClr val="1A1A2E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 rot="1404497">
            <a:off x="5952887" y="3299041"/>
            <a:ext cx="1097280" cy="4897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 Status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 flipH="1">
            <a:off x="6400799" y="3191256"/>
            <a:ext cx="1510748" cy="2764109"/>
          </a:xfrm>
          <a:prstGeom prst="line">
            <a:avLst/>
          </a:prstGeom>
          <a:noFill/>
          <a:ln w="19050">
            <a:solidFill>
              <a:srgbClr val="1A1A2E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 rot="20735155">
            <a:off x="5074920" y="3634739"/>
            <a:ext cx="1097280" cy="13038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Slots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3931920" y="5577840"/>
            <a:ext cx="1097280" cy="525780"/>
          </a:xfrm>
          <a:prstGeom prst="line">
            <a:avLst/>
          </a:prstGeom>
          <a:noFill/>
          <a:ln w="19050">
            <a:solidFill>
              <a:srgbClr val="1A1A2E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 rot="926151">
            <a:off x="3931920" y="5593842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By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2794883" y="3712464"/>
            <a:ext cx="5832282" cy="2256614"/>
          </a:xfrm>
          <a:prstGeom prst="line">
            <a:avLst/>
          </a:prstGeom>
          <a:noFill/>
          <a:ln w="19050">
            <a:solidFill>
              <a:srgbClr val="1A1A2E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 rot="1255712">
            <a:off x="3574993" y="3957382"/>
            <a:ext cx="1097280" cy="3236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Booked By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 flipV="1">
            <a:off x="3931920" y="3216400"/>
            <a:ext cx="5832282" cy="1607059"/>
          </a:xfrm>
          <a:prstGeom prst="line">
            <a:avLst/>
          </a:prstGeom>
          <a:noFill/>
          <a:ln w="19050">
            <a:solidFill>
              <a:srgbClr val="1A1A2E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 rot="18036078">
            <a:off x="6544683" y="4012288"/>
            <a:ext cx="1097280" cy="6876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Belongs To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371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Diagram (QuickDoc) — Boundary &amp; Entity Classes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182880" y="640080"/>
            <a:ext cx="34747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82880" y="64008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&lt;&lt;boundary&gt;&gt;</a:t>
            </a:r>
            <a:endParaRPr lang="en-US" sz="8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BookAppointmentPage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182880" y="1097280"/>
            <a:ext cx="3474720" cy="768096"/>
          </a:xfrm>
          <a:prstGeom prst="rect">
            <a:avLst/>
          </a:prstGeom>
          <a:solidFill>
            <a:srgbClr val="FFFFFF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82880" y="1097280"/>
            <a:ext cx="3474720" cy="768096"/>
          </a:xfrm>
          <a:prstGeom prst="rect">
            <a:avLst/>
          </a:prstGeom>
          <a:noFill/>
          <a:ln/>
        </p:spPr>
        <p:txBody>
          <a:bodyPr wrap="square" lIns="25400" tIns="76200" rIns="50800" bIns="2540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selectedDoctorId : int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selectedDate : Date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availableSlots : List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selectedSlotId : int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182880" y="1865376"/>
            <a:ext cx="3474720" cy="1289304"/>
          </a:xfrm>
          <a:prstGeom prst="rect">
            <a:avLst/>
          </a:prstGeom>
          <a:solidFill>
            <a:srgbClr val="FFFFFF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82880" y="1865376"/>
            <a:ext cx="3474720" cy="1289304"/>
          </a:xfrm>
          <a:prstGeom prst="rect">
            <a:avLst/>
          </a:prstGeom>
          <a:noFill/>
          <a:ln/>
        </p:spPr>
        <p:txBody>
          <a:bodyPr wrap="square" lIns="25400" tIns="76200" rIns="50800" bIns="2540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selectDoctor(doctorId) : void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selectDate(date) : void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displayAvailableSlots() : void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selectSlot(slotId) : void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confirmBooking() : void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displayConfirmation() : void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displayError(msg) : void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4114800" y="640080"/>
            <a:ext cx="36576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114800" y="6400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&lt;&lt;boundary&gt;&gt;</a:t>
            </a:r>
            <a:endParaRPr lang="en-US" sz="8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AppointmentListPage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4114800" y="1097280"/>
            <a:ext cx="365760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114800" y="1097280"/>
            <a:ext cx="3657600" cy="420624"/>
          </a:xfrm>
          <a:prstGeom prst="rect">
            <a:avLst/>
          </a:prstGeom>
          <a:noFill/>
          <a:ln/>
        </p:spPr>
        <p:txBody>
          <a:bodyPr wrap="square" lIns="25400" tIns="76200" rIns="50800" bIns="2540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appointments : List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selectedAppointment : int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4114800" y="1517904"/>
            <a:ext cx="3657600" cy="768096"/>
          </a:xfrm>
          <a:prstGeom prst="rect">
            <a:avLst/>
          </a:prstGeom>
          <a:solidFill>
            <a:srgbClr val="FFFFFF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114800" y="1517904"/>
            <a:ext cx="3657600" cy="768096"/>
          </a:xfrm>
          <a:prstGeom prst="rect">
            <a:avLst/>
          </a:prstGeom>
          <a:noFill/>
          <a:ln/>
        </p:spPr>
        <p:txBody>
          <a:bodyPr wrap="square" lIns="25400" tIns="76200" rIns="50800" bIns="2540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displayAppointments() : void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cancelAppointment(id) : void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viewDetails(id) : void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displayConfirmation() : void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8412480" y="640080"/>
            <a:ext cx="356616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8412480" y="64008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&lt;&lt;boundary&gt;&gt;</a:t>
            </a:r>
            <a:endParaRPr lang="en-US" sz="8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ScheduleManagementPage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8412480" y="1097280"/>
            <a:ext cx="356616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8412480" y="1097280"/>
            <a:ext cx="3566160" cy="594360"/>
          </a:xfrm>
          <a:prstGeom prst="rect">
            <a:avLst/>
          </a:prstGeom>
          <a:noFill/>
          <a:ln/>
        </p:spPr>
        <p:txBody>
          <a:bodyPr wrap="square" lIns="25400" tIns="76200" rIns="50800" bIns="2540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doctorId : int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schedules : List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selectedDay : String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8412480" y="1691640"/>
            <a:ext cx="3566160" cy="941832"/>
          </a:xfrm>
          <a:prstGeom prst="rect">
            <a:avLst/>
          </a:prstGeom>
          <a:solidFill>
            <a:srgbClr val="FFFFFF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8412480" y="1691640"/>
            <a:ext cx="3566160" cy="941832"/>
          </a:xfrm>
          <a:prstGeom prst="rect">
            <a:avLst/>
          </a:prstGeom>
          <a:noFill/>
          <a:ln/>
        </p:spPr>
        <p:txBody>
          <a:bodyPr wrap="square" lIns="25400" tIns="76200" rIns="50800" bIns="2540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displaySchedule() : void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addTimeSlot(day, start, end) : void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removeTimeSlot(id) : void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saveSchedule() : void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displayConfirmation() : void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114800" y="4114800"/>
            <a:ext cx="36576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114800" y="41148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&lt;&lt;entity&gt;&gt;</a:t>
            </a:r>
            <a:endParaRPr lang="en-US" sz="8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4114800" y="4572000"/>
            <a:ext cx="365760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114800" y="4572000"/>
            <a:ext cx="3657600" cy="420624"/>
          </a:xfrm>
          <a:prstGeom prst="rect">
            <a:avLst/>
          </a:prstGeom>
          <a:noFill/>
          <a:ln/>
        </p:spPr>
        <p:txBody>
          <a:bodyPr wrap="square" lIns="25400" tIns="76200" rIns="50800" bIns="2540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connectionString : String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isConnected : Boolean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4114800" y="4992624"/>
            <a:ext cx="3657600" cy="768096"/>
          </a:xfrm>
          <a:prstGeom prst="rect">
            <a:avLst/>
          </a:prstGeom>
          <a:solidFill>
            <a:srgbClr val="FFFFFF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114800" y="4992624"/>
            <a:ext cx="3657600" cy="768096"/>
          </a:xfrm>
          <a:prstGeom prst="rect">
            <a:avLst/>
          </a:prstGeom>
          <a:noFill/>
          <a:ln/>
        </p:spPr>
        <p:txBody>
          <a:bodyPr wrap="square" lIns="25400" tIns="76200" rIns="50800" bIns="2540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query(sql) : ResultSet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insert(table, data) : Boolean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update(table, data) : Boolean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delete(table, id) : Boolean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8686800" y="4389120"/>
            <a:ext cx="3017520" cy="320040"/>
          </a:xfrm>
          <a:prstGeom prst="rect">
            <a:avLst/>
          </a:prstGeom>
          <a:solidFill>
            <a:srgbClr val="F0F0F0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8686800" y="438912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Appointment (see Slide 2)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8686800" y="4937760"/>
            <a:ext cx="3017520" cy="320040"/>
          </a:xfrm>
          <a:prstGeom prst="rect">
            <a:avLst/>
          </a:prstGeom>
          <a:solidFill>
            <a:srgbClr val="F0F0F0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8686800" y="493776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(see Slide 2)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8686800" y="5486400"/>
            <a:ext cx="3017520" cy="320040"/>
          </a:xfrm>
          <a:prstGeom prst="rect">
            <a:avLst/>
          </a:prstGeom>
          <a:solidFill>
            <a:srgbClr val="F0F0F0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8686800" y="548640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AppointmentSlot (see Slide 2)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182880" y="5669280"/>
            <a:ext cx="2743200" cy="320040"/>
          </a:xfrm>
          <a:prstGeom prst="rect">
            <a:avLst/>
          </a:prstGeom>
          <a:solidFill>
            <a:srgbClr val="F0F0F0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182880" y="56692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(see Slide 1)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182880" y="6126480"/>
            <a:ext cx="2743200" cy="320040"/>
          </a:xfrm>
          <a:prstGeom prst="rect">
            <a:avLst/>
          </a:prstGeom>
          <a:solidFill>
            <a:srgbClr val="F0F0F0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182880" y="61264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 (see Slide 1)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2134210" y="3154680"/>
            <a:ext cx="2437789" cy="960120"/>
          </a:xfrm>
          <a:prstGeom prst="line">
            <a:avLst/>
          </a:prstGeom>
          <a:noFill/>
          <a:ln w="19050">
            <a:solidFill>
              <a:srgbClr val="1A1A2E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 rot="1418388">
            <a:off x="2057400" y="3316986"/>
            <a:ext cx="12801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Data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5943599" y="2324862"/>
            <a:ext cx="1" cy="1789938"/>
          </a:xfrm>
          <a:prstGeom prst="line">
            <a:avLst/>
          </a:prstGeom>
          <a:noFill/>
          <a:ln w="19050">
            <a:solidFill>
              <a:srgbClr val="1A1A2E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5852160" y="3364992"/>
            <a:ext cx="77668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Data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 rot="21144387">
            <a:off x="9438150" y="3361477"/>
            <a:ext cx="699030" cy="5554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Data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 flipV="1">
            <a:off x="7772400" y="4549140"/>
            <a:ext cx="914400" cy="22860"/>
          </a:xfrm>
          <a:prstGeom prst="line">
            <a:avLst/>
          </a:prstGeom>
          <a:noFill/>
          <a:ln w="19050">
            <a:solidFill>
              <a:srgbClr val="1A1A2E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7589520" y="4313682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Appt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7772400" y="4937760"/>
            <a:ext cx="914400" cy="160020"/>
          </a:xfrm>
          <a:prstGeom prst="line">
            <a:avLst/>
          </a:prstGeom>
          <a:noFill/>
          <a:ln w="19050">
            <a:solidFill>
              <a:srgbClr val="1A1A2E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7589520" y="4770882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Schedule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7772400" y="5303520"/>
            <a:ext cx="914400" cy="342900"/>
          </a:xfrm>
          <a:prstGeom prst="line">
            <a:avLst/>
          </a:prstGeom>
          <a:noFill/>
          <a:ln w="19050">
            <a:solidFill>
              <a:srgbClr val="1A1A2E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7589520" y="5228082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Slot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1371600" y="3154680"/>
            <a:ext cx="0" cy="2514600"/>
          </a:xfrm>
          <a:prstGeom prst="line">
            <a:avLst/>
          </a:prstGeom>
          <a:noFill/>
          <a:ln w="19050">
            <a:solidFill>
              <a:srgbClr val="1A1A2E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1371600" y="4507992"/>
            <a:ext cx="6863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Request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10112246" y="2625471"/>
            <a:ext cx="2" cy="1763649"/>
          </a:xfrm>
          <a:prstGeom prst="line">
            <a:avLst/>
          </a:prstGeom>
          <a:noFill/>
          <a:ln w="19050">
            <a:solidFill>
              <a:srgbClr val="1A1A2E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52" name="Shape 50"/>
          <p:cNvSpPr/>
          <p:nvPr/>
        </p:nvSpPr>
        <p:spPr>
          <a:xfrm flipH="1">
            <a:off x="2926080" y="5760720"/>
            <a:ext cx="3169920" cy="528066"/>
          </a:xfrm>
          <a:prstGeom prst="line">
            <a:avLst/>
          </a:prstGeom>
          <a:noFill/>
          <a:ln w="19050">
            <a:solidFill>
              <a:srgbClr val="1A1A2E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 rot="21048143">
            <a:off x="3353104" y="5789543"/>
            <a:ext cx="1280160" cy="3954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Schedule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627</Words>
  <Application>Microsoft Macintosh PowerPoint</Application>
  <PresentationFormat>Widescreen</PresentationFormat>
  <Paragraphs>167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QuickDoc – UML Class Diagram – Sprint 3</dc:title>
  <dc:subject>PptxGenJS Presentation</dc:subject>
  <dc:creator>Team 4</dc:creator>
  <cp:lastModifiedBy>Raghava, Mr. Thyagaraj</cp:lastModifiedBy>
  <cp:revision>2</cp:revision>
  <dcterms:created xsi:type="dcterms:W3CDTF">2026-05-01T15:23:43Z</dcterms:created>
  <dcterms:modified xsi:type="dcterms:W3CDTF">2026-05-01T15:42:57Z</dcterms:modified>
</cp:coreProperties>
</file>