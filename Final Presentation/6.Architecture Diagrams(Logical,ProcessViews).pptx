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78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11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-72982"/>
            <a:ext cx="11612880" cy="1033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Application: QuickDoc
</a:t>
            </a:r>
            <a:r>
              <a:rPr lang="en-US" sz="1400" dirty="0">
                <a:solidFill>
                  <a:srgbClr val="000000"/>
                </a:solidFill>
              </a:rPr>
              <a:t>Type: Application Architecture
View: Logical View
Style: Layered Architecture Pattern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2011680" cy="32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←  Users  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6547" y="1032002"/>
            <a:ext cx="2011680" cy="32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←  Delivery Channels  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03049" y="1022922"/>
            <a:ext cx="2011680" cy="32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←  Core Business Processes 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82836" y="1005840"/>
            <a:ext cx="1927862" cy="32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←  Data And Information  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0" y="1005840"/>
            <a:ext cx="2011680" cy="3200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←  Technology Enablers 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16480" y="1383453"/>
            <a:ext cx="0" cy="5029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90627" y="1456267"/>
            <a:ext cx="0" cy="5029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0" cy="5029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84080" y="1371600"/>
            <a:ext cx="0" cy="5029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82980" y="205740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240280"/>
            <a:ext cx="5029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772667" y="2423160"/>
            <a:ext cx="210312" cy="270422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2980" y="2423160"/>
            <a:ext cx="210312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Patient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47472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2980" y="370332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5029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59951" y="4072989"/>
            <a:ext cx="217170" cy="22079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2980" y="4069080"/>
            <a:ext cx="210312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Doctor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0292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2980" y="5257800"/>
            <a:ext cx="0" cy="36576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5440680"/>
            <a:ext cx="5029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800100" y="5619662"/>
            <a:ext cx="177021" cy="2743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82980" y="5623560"/>
            <a:ext cx="210312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Clinic Admin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41116" y="2240269"/>
            <a:ext cx="877997" cy="914399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80067" y="3886200"/>
            <a:ext cx="905933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1393191" y="4404360"/>
            <a:ext cx="862772" cy="1036309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87413" y="3140103"/>
            <a:ext cx="1645920" cy="1280160"/>
          </a:xfrm>
          <a:prstGeom prst="roundRect">
            <a:avLst/>
          </a:prstGeom>
          <a:solidFill>
            <a:srgbClr val="B4C7E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66172" y="3042074"/>
            <a:ext cx="146217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Web Browser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(Desktop/Mobile)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36627" y="3715173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53942" y="1463040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47732" y="1463040"/>
            <a:ext cx="116162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Authentication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Authorization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53942" y="2286000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080" y="2286000"/>
            <a:ext cx="109727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38699" y="3154680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Discovery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16281" y="3993728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47732" y="3931920"/>
            <a:ext cx="11616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2283" y="4853093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47732" y="4754880"/>
            <a:ext cx="11616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Ratings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6850" y="5787051"/>
            <a:ext cx="182880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02858" y="5925312"/>
            <a:ext cx="12065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3710262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376141" y="1423924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11442" y="1417320"/>
            <a:ext cx="11582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Profiles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76141" y="2201164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853680" y="2286000"/>
            <a:ext cx="101599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Profiles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76141" y="2960624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874000" y="3017520"/>
            <a:ext cx="9956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 Data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75313" y="3723809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853680" y="3800856"/>
            <a:ext cx="1015999" cy="492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Records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02406" y="4459394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62259" y="4572000"/>
            <a:ext cx="129707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Reviews Data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99018" y="5179060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43612" y="5317066"/>
            <a:ext cx="1315721" cy="306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99018" y="5925312"/>
            <a:ext cx="2011680" cy="64008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874000" y="6023694"/>
            <a:ext cx="995679" cy="425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Medical Records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509742" y="3723809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875520" y="1428327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875502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 Gateway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(Stripe/PayPal)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906000" y="2286000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180320" y="2286000"/>
            <a:ext cx="124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Email/SMS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Notification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906000" y="3119967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303932" y="3108960"/>
            <a:ext cx="11260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Clinical Labs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875502" y="3970867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414000" y="3931920"/>
            <a:ext cx="10159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EC2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Hosting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906000" y="4779434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241280" y="4754880"/>
            <a:ext cx="11887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Jenkins CI/CD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875502" y="5616614"/>
            <a:ext cx="2011680" cy="7315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0303932" y="5577840"/>
            <a:ext cx="11260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0"/>
            <a:ext cx="1161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Application: QuickDoc
</a:t>
            </a:r>
            <a:r>
              <a:rPr lang="en-US" sz="1300" dirty="0">
                <a:solidFill>
                  <a:srgbClr val="000000"/>
                </a:solidFill>
              </a:rPr>
              <a:t>Type: Application Architecture
View: Process View
Style: Client-Server Pattern (AWS Deployment)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0040" y="6217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76" name="Picture 75" descr="A screenshot of a computer&#10;&#10;Description automatically generated">
            <a:extLst>
              <a:ext uri="{FF2B5EF4-FFF2-40B4-BE49-F238E27FC236}">
                <a16:creationId xmlns:a16="http://schemas.microsoft.com/office/drawing/2014/main" id="{4B387DDA-C957-E416-0463-418625F3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2" y="936413"/>
            <a:ext cx="10447867" cy="515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131</Words>
  <Application>Microsoft Macintosh PowerPoint</Application>
  <PresentationFormat>Widescreen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Architecture Diagrams</dc:title>
  <dc:subject>PptxGenJS Presentation</dc:subject>
  <dc:creator>Team 4</dc:creator>
  <cp:lastModifiedBy>Raghava, Mr. Thyagaraj</cp:lastModifiedBy>
  <cp:revision>8</cp:revision>
  <dcterms:created xsi:type="dcterms:W3CDTF">2026-02-26T20:26:33Z</dcterms:created>
  <dcterms:modified xsi:type="dcterms:W3CDTF">2026-02-27T00:27:49Z</dcterms:modified>
</cp:coreProperties>
</file>