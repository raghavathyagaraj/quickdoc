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073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5943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QuickDoc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9728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•  CS691  •  Pace University  •  Sprint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ERD  |  Logical ERD  |  Sprint 3 Scope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: QuickDoc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ERD — List of Entities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Attributes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registered system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 (PK), email, passwordHash, roleId, isActive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registered patient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patientId (PK), userId, firstName, lastName, 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a registered healthcare 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doctorId (PK), userId, specialtyId, licenseNumber, consultationFee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specialty assigned to a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specialtyId (PK), name,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booking between a patient and a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appointmentId (PK), patientId, doctorId, slotId, apptDatetime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time slot generated from 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slotId (PK), doctorId, scheduleId, slotDate, startTime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patient's review and rating for a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reviewId (PK), patientId, doctorId, rating, body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patient's saved/favorite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favoriteId (PK), patientId, doctorId, createdAt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doctor's available time slots for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scheduleId (PK), doctorId, dayOfWeek, startTime, endTime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system roles (Patient, Doctor, Admin)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roleId (PK), roleName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appointment lifecycle states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statusId (PK), statusName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: QuickDoc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 Diagram</a:t>
            </a:r>
            <a:endParaRPr lang="en-US" sz="2000" dirty="0"/>
          </a:p>
        </p:txBody>
      </p:sp>
      <p:pic>
        <p:nvPicPr>
          <p:cNvPr id="5" name="Image 0" descr="/home/claude/conceptual_erd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1216152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: QuickDoc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ER Diagram  —  Sprint 3 Scope</a:t>
            </a:r>
            <a:endParaRPr lang="en-US" sz="2000" dirty="0"/>
          </a:p>
        </p:txBody>
      </p:sp>
      <p:pic>
        <p:nvPicPr>
          <p:cNvPr id="5" name="Image 0" descr="/mnt/user-data/uploads/Untitled__2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12161520" cy="6126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" y="868680"/>
            <a:ext cx="1874520" cy="384048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" y="749808"/>
            <a:ext cx="17830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Tables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Macintosh PowerPoint</Application>
  <PresentationFormat>Widescreen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– ER Diagrams – Sprint 3</dc:title>
  <dc:subject>PptxGenJS Presentation</dc:subject>
  <dc:creator>Team 4</dc:creator>
  <cp:lastModifiedBy>Raghava, Mr. Thyagaraj</cp:lastModifiedBy>
  <cp:revision>1</cp:revision>
  <dcterms:created xsi:type="dcterms:W3CDTF">2026-04-26T02:05:28Z</dcterms:created>
  <dcterms:modified xsi:type="dcterms:W3CDTF">2026-04-27T02:02:20Z</dcterms:modified>
</cp:coreProperties>
</file>